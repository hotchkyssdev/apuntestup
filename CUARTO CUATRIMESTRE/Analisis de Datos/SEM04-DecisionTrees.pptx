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4" r:id="rId1"/>
  </p:sldMasterIdLst>
  <p:notesMasterIdLst>
    <p:notesMasterId r:id="rId29"/>
  </p:notesMasterIdLst>
  <p:sldIdLst>
    <p:sldId id="256" r:id="rId2"/>
    <p:sldId id="257" r:id="rId3"/>
    <p:sldId id="321" r:id="rId4"/>
    <p:sldId id="397" r:id="rId5"/>
    <p:sldId id="398" r:id="rId6"/>
    <p:sldId id="399" r:id="rId7"/>
    <p:sldId id="400" r:id="rId8"/>
    <p:sldId id="420" r:id="rId9"/>
    <p:sldId id="417" r:id="rId10"/>
    <p:sldId id="403" r:id="rId11"/>
    <p:sldId id="402" r:id="rId12"/>
    <p:sldId id="419" r:id="rId13"/>
    <p:sldId id="401" r:id="rId14"/>
    <p:sldId id="364" r:id="rId15"/>
    <p:sldId id="404" r:id="rId16"/>
    <p:sldId id="405" r:id="rId17"/>
    <p:sldId id="416" r:id="rId18"/>
    <p:sldId id="406" r:id="rId19"/>
    <p:sldId id="407" r:id="rId20"/>
    <p:sldId id="408" r:id="rId21"/>
    <p:sldId id="409" r:id="rId22"/>
    <p:sldId id="410" r:id="rId23"/>
    <p:sldId id="411" r:id="rId24"/>
    <p:sldId id="412" r:id="rId25"/>
    <p:sldId id="418" r:id="rId26"/>
    <p:sldId id="413" r:id="rId27"/>
    <p:sldId id="283" r:id="rId28"/>
  </p:sldIdLst>
  <p:sldSz cx="9144000" cy="5143500" type="screen16x9"/>
  <p:notesSz cx="6858000" cy="9144000"/>
  <p:defaultTextStyle>
    <a:defPPr>
      <a:defRPr lang="es-AR"/>
    </a:defPPr>
    <a:lvl1pPr algn="l" rtl="0" fontAlgn="base">
      <a:spcBef>
        <a:spcPct val="0"/>
      </a:spcBef>
      <a:spcAft>
        <a:spcPct val="0"/>
      </a:spcAft>
      <a:defRPr sz="3200" kern="1200">
        <a:solidFill>
          <a:schemeClr val="tx1"/>
        </a:solidFill>
        <a:latin typeface="Times New Roman" pitchFamily="18" charset="0"/>
        <a:ea typeface="+mn-ea"/>
        <a:cs typeface="+mn-cs"/>
      </a:defRPr>
    </a:lvl1pPr>
    <a:lvl2pPr marL="457200" algn="l" rtl="0" fontAlgn="base">
      <a:spcBef>
        <a:spcPct val="0"/>
      </a:spcBef>
      <a:spcAft>
        <a:spcPct val="0"/>
      </a:spcAft>
      <a:defRPr sz="3200" kern="1200">
        <a:solidFill>
          <a:schemeClr val="tx1"/>
        </a:solidFill>
        <a:latin typeface="Times New Roman" pitchFamily="18" charset="0"/>
        <a:ea typeface="+mn-ea"/>
        <a:cs typeface="+mn-cs"/>
      </a:defRPr>
    </a:lvl2pPr>
    <a:lvl3pPr marL="914400" algn="l" rtl="0" fontAlgn="base">
      <a:spcBef>
        <a:spcPct val="0"/>
      </a:spcBef>
      <a:spcAft>
        <a:spcPct val="0"/>
      </a:spcAft>
      <a:defRPr sz="3200" kern="1200">
        <a:solidFill>
          <a:schemeClr val="tx1"/>
        </a:solidFill>
        <a:latin typeface="Times New Roman" pitchFamily="18" charset="0"/>
        <a:ea typeface="+mn-ea"/>
        <a:cs typeface="+mn-cs"/>
      </a:defRPr>
    </a:lvl3pPr>
    <a:lvl4pPr marL="1371600" algn="l" rtl="0" fontAlgn="base">
      <a:spcBef>
        <a:spcPct val="0"/>
      </a:spcBef>
      <a:spcAft>
        <a:spcPct val="0"/>
      </a:spcAft>
      <a:defRPr sz="3200" kern="1200">
        <a:solidFill>
          <a:schemeClr val="tx1"/>
        </a:solidFill>
        <a:latin typeface="Times New Roman" pitchFamily="18" charset="0"/>
        <a:ea typeface="+mn-ea"/>
        <a:cs typeface="+mn-cs"/>
      </a:defRPr>
    </a:lvl4pPr>
    <a:lvl5pPr marL="1828800" algn="l" rtl="0" fontAlgn="base">
      <a:spcBef>
        <a:spcPct val="0"/>
      </a:spcBef>
      <a:spcAft>
        <a:spcPct val="0"/>
      </a:spcAft>
      <a:defRPr sz="3200" kern="1200">
        <a:solidFill>
          <a:schemeClr val="tx1"/>
        </a:solidFill>
        <a:latin typeface="Times New Roman" pitchFamily="18" charset="0"/>
        <a:ea typeface="+mn-ea"/>
        <a:cs typeface="+mn-cs"/>
      </a:defRPr>
    </a:lvl5pPr>
    <a:lvl6pPr marL="2286000" algn="l" defTabSz="914400" rtl="0" eaLnBrk="1" latinLnBrk="0" hangingPunct="1">
      <a:defRPr sz="3200" kern="1200">
        <a:solidFill>
          <a:schemeClr val="tx1"/>
        </a:solidFill>
        <a:latin typeface="Times New Roman" pitchFamily="18" charset="0"/>
        <a:ea typeface="+mn-ea"/>
        <a:cs typeface="+mn-cs"/>
      </a:defRPr>
    </a:lvl6pPr>
    <a:lvl7pPr marL="2743200" algn="l" defTabSz="914400" rtl="0" eaLnBrk="1" latinLnBrk="0" hangingPunct="1">
      <a:defRPr sz="3200" kern="1200">
        <a:solidFill>
          <a:schemeClr val="tx1"/>
        </a:solidFill>
        <a:latin typeface="Times New Roman" pitchFamily="18" charset="0"/>
        <a:ea typeface="+mn-ea"/>
        <a:cs typeface="+mn-cs"/>
      </a:defRPr>
    </a:lvl7pPr>
    <a:lvl8pPr marL="3200400" algn="l" defTabSz="914400" rtl="0" eaLnBrk="1" latinLnBrk="0" hangingPunct="1">
      <a:defRPr sz="3200" kern="1200">
        <a:solidFill>
          <a:schemeClr val="tx1"/>
        </a:solidFill>
        <a:latin typeface="Times New Roman" pitchFamily="18" charset="0"/>
        <a:ea typeface="+mn-ea"/>
        <a:cs typeface="+mn-cs"/>
      </a:defRPr>
    </a:lvl8pPr>
    <a:lvl9pPr marL="3657600" algn="l" defTabSz="914400" rtl="0" eaLnBrk="1" latinLnBrk="0" hangingPunct="1">
      <a:defRPr sz="3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41EB"/>
    <a:srgbClr val="00FF00"/>
    <a:srgbClr val="0000CC"/>
    <a:srgbClr val="29FFFA"/>
    <a:srgbClr val="8286A6"/>
    <a:srgbClr val="9797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396" y="96"/>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990E4D-343D-4040-B853-5910442A28F2}" type="datetimeFigureOut">
              <a:rPr lang="es-AR" smtClean="0"/>
              <a:pPr/>
              <a:t>1/11/2025</a:t>
            </a:fld>
            <a:endParaRPr lang="es-AR"/>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A461D5-1291-4AD5-9334-51166A0FF71A}" type="slidenum">
              <a:rPr lang="es-AR" smtClean="0"/>
              <a:pPr/>
              <a:t>‹Nº›</a:t>
            </a:fld>
            <a:endParaRPr lang="es-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FA461D5-1291-4AD5-9334-51166A0FF71A}" type="slidenum">
              <a:rPr lang="es-AR" smtClean="0"/>
              <a:pPr/>
              <a:t>11</a:t>
            </a:fld>
            <a:endParaRPr lang="es-AR"/>
          </a:p>
        </p:txBody>
      </p:sp>
    </p:spTree>
    <p:extLst>
      <p:ext uri="{BB962C8B-B14F-4D97-AF65-F5344CB8AC3E}">
        <p14:creationId xmlns:p14="http://schemas.microsoft.com/office/powerpoint/2010/main" val="1414439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3 Rectángulo"/>
          <p:cNvSpPr/>
          <p:nvPr/>
        </p:nvSpPr>
        <p:spPr>
          <a:xfrm>
            <a:off x="1" y="0"/>
            <a:ext cx="365125" cy="5141119"/>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36000" tIns="36000" rIns="36000" bIns="36000" anchor="ctr"/>
          <a:lstStyle/>
          <a:p>
            <a:pPr algn="ctr">
              <a:defRPr/>
            </a:pPr>
            <a:endParaRPr lang="en-US" b="1" dirty="0"/>
          </a:p>
        </p:txBody>
      </p:sp>
      <p:sp>
        <p:nvSpPr>
          <p:cNvPr id="5" name="4 Rectángulo"/>
          <p:cNvSpPr/>
          <p:nvPr/>
        </p:nvSpPr>
        <p:spPr>
          <a:xfrm>
            <a:off x="309564" y="510779"/>
            <a:ext cx="46037" cy="273844"/>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6" name="5 Rectángulo"/>
          <p:cNvSpPr/>
          <p:nvPr/>
        </p:nvSpPr>
        <p:spPr>
          <a:xfrm>
            <a:off x="268289" y="510779"/>
            <a:ext cx="28575" cy="273844"/>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7" name="6 Rectángulo"/>
          <p:cNvSpPr/>
          <p:nvPr/>
        </p:nvSpPr>
        <p:spPr>
          <a:xfrm>
            <a:off x="249239" y="510779"/>
            <a:ext cx="9525" cy="273844"/>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9 Rectángulo"/>
          <p:cNvSpPr/>
          <p:nvPr/>
        </p:nvSpPr>
        <p:spPr>
          <a:xfrm>
            <a:off x="222250" y="510779"/>
            <a:ext cx="7938" cy="273844"/>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1" name="10 Rectángulo"/>
          <p:cNvSpPr/>
          <p:nvPr/>
        </p:nvSpPr>
        <p:spPr>
          <a:xfrm>
            <a:off x="255589" y="3784998"/>
            <a:ext cx="73025" cy="1269206"/>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11 Rectángulo"/>
          <p:cNvSpPr/>
          <p:nvPr/>
        </p:nvSpPr>
        <p:spPr>
          <a:xfrm>
            <a:off x="255589" y="3598069"/>
            <a:ext cx="73025" cy="17145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3" name="12 Rectángulo"/>
          <p:cNvSpPr/>
          <p:nvPr/>
        </p:nvSpPr>
        <p:spPr>
          <a:xfrm>
            <a:off x="255589" y="3477816"/>
            <a:ext cx="73025" cy="103584"/>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13 Rectángulo"/>
          <p:cNvSpPr/>
          <p:nvPr/>
        </p:nvSpPr>
        <p:spPr>
          <a:xfrm>
            <a:off x="255589" y="3406379"/>
            <a:ext cx="73025" cy="55959"/>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8" name="7 Título"/>
          <p:cNvSpPr>
            <a:spLocks noGrp="1"/>
          </p:cNvSpPr>
          <p:nvPr>
            <p:ph type="ctrTitle"/>
          </p:nvPr>
        </p:nvSpPr>
        <p:spPr>
          <a:xfrm>
            <a:off x="914400" y="3257550"/>
            <a:ext cx="7772400" cy="1481328"/>
          </a:xfrm>
        </p:spPr>
        <p:txBody>
          <a:bodyPr/>
          <a:lstStyle>
            <a:lvl1pPr marR="9144" algn="l">
              <a:defRPr sz="4000" b="1" cap="all" spc="0" baseline="0">
                <a:effectLst>
                  <a:reflection blurRad="12700" stA="34000" endA="740" endPos="53000" dir="5400000" sy="-100000" algn="bl" rotWithShape="0"/>
                </a:effectLst>
              </a:defRPr>
            </a:lvl1pPr>
            <a:extLst/>
          </a:lstStyle>
          <a:p>
            <a:r>
              <a:rPr lang="es-ES"/>
              <a:t>Haga clic para modificar el estilo de título del patrón</a:t>
            </a:r>
            <a:endParaRPr lang="en-US"/>
          </a:p>
        </p:txBody>
      </p:sp>
      <p:sp>
        <p:nvSpPr>
          <p:cNvPr id="9" name="8 Subtítulo"/>
          <p:cNvSpPr>
            <a:spLocks noGrp="1"/>
          </p:cNvSpPr>
          <p:nvPr>
            <p:ph type="subTitle" idx="1"/>
          </p:nvPr>
        </p:nvSpPr>
        <p:spPr>
          <a:xfrm>
            <a:off x="914400" y="2125980"/>
            <a:ext cx="7772400" cy="1131570"/>
          </a:xfrm>
        </p:spPr>
        <p:txBody>
          <a:bodyPr lIns="100584"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s-ES"/>
              <a:t>Haga clic para modificar el estilo de subtítulo del patrón</a:t>
            </a:r>
            <a:endParaRPr lang="en-US"/>
          </a:p>
        </p:txBody>
      </p:sp>
      <p:sp>
        <p:nvSpPr>
          <p:cNvPr id="15" name="27 Marcador de fecha"/>
          <p:cNvSpPr>
            <a:spLocks noGrp="1"/>
          </p:cNvSpPr>
          <p:nvPr>
            <p:ph type="dt" sz="half" idx="10"/>
          </p:nvPr>
        </p:nvSpPr>
        <p:spPr/>
        <p:txBody>
          <a:bodyPr/>
          <a:lstStyle>
            <a:lvl1pPr>
              <a:defRPr/>
            </a:lvl1pPr>
            <a:extLst/>
          </a:lstStyle>
          <a:p>
            <a:pPr>
              <a:defRPr/>
            </a:pPr>
            <a:endParaRPr lang="es-AR"/>
          </a:p>
        </p:txBody>
      </p:sp>
      <p:sp>
        <p:nvSpPr>
          <p:cNvPr id="16" name="16 Marcador de pie de página"/>
          <p:cNvSpPr>
            <a:spLocks noGrp="1"/>
          </p:cNvSpPr>
          <p:nvPr>
            <p:ph type="ftr" sz="quarter" idx="11"/>
          </p:nvPr>
        </p:nvSpPr>
        <p:spPr/>
        <p:txBody>
          <a:bodyPr/>
          <a:lstStyle>
            <a:lvl1pPr>
              <a:defRPr/>
            </a:lvl1pPr>
            <a:extLst/>
          </a:lstStyle>
          <a:p>
            <a:pPr>
              <a:defRPr/>
            </a:pPr>
            <a:endParaRPr lang="es-AR"/>
          </a:p>
        </p:txBody>
      </p:sp>
      <p:sp>
        <p:nvSpPr>
          <p:cNvPr id="17" name="28 Marcador de número de diapositiva"/>
          <p:cNvSpPr>
            <a:spLocks noGrp="1"/>
          </p:cNvSpPr>
          <p:nvPr>
            <p:ph type="sldNum" sz="quarter" idx="12"/>
          </p:nvPr>
        </p:nvSpPr>
        <p:spPr>
          <a:xfrm>
            <a:off x="0" y="0"/>
            <a:ext cx="457200" cy="273844"/>
          </a:xfrm>
        </p:spPr>
        <p:txBody>
          <a:bodyPr/>
          <a:lstStyle>
            <a:lvl1pPr>
              <a:defRPr b="1">
                <a:solidFill>
                  <a:schemeClr val="bg1"/>
                </a:solidFill>
              </a:defRPr>
            </a:lvl1pPr>
            <a:extLst/>
          </a:lstStyle>
          <a:p>
            <a:pPr>
              <a:defRPr/>
            </a:pPr>
            <a:fld id="{5938ACB2-8174-4BB3-ADB9-FE2EB428FF57}" type="slidenum">
              <a:rPr lang="es-AR" smtClean="0"/>
              <a:pPr>
                <a:defRPr/>
              </a:pPr>
              <a:t>‹Nº›</a:t>
            </a:fld>
            <a:endParaRPr lang="es-AR" dirty="0"/>
          </a:p>
        </p:txBody>
      </p:sp>
    </p:spTree>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3 CuadroTexto"/>
          <p:cNvSpPr txBox="1"/>
          <p:nvPr userDrawn="1"/>
        </p:nvSpPr>
        <p:spPr>
          <a:xfrm rot="16200000">
            <a:off x="-952102" y="2027045"/>
            <a:ext cx="2304258" cy="369332"/>
          </a:xfrm>
          <a:prstGeom prst="rect">
            <a:avLst/>
          </a:prstGeom>
          <a:noFill/>
        </p:spPr>
        <p:txBody>
          <a:bodyPr wrap="square">
            <a:spAutoFit/>
          </a:bodyPr>
          <a:lstStyle/>
          <a:p>
            <a:pPr>
              <a:defRPr/>
            </a:pPr>
            <a:r>
              <a:rPr lang="en-US" sz="1800" b="1" dirty="0" err="1">
                <a:solidFill>
                  <a:srgbClr val="0000CC"/>
                </a:solidFill>
              </a:rPr>
              <a:t>Inteligencia</a:t>
            </a:r>
            <a:r>
              <a:rPr lang="en-US" sz="1800" b="1" dirty="0">
                <a:solidFill>
                  <a:srgbClr val="0000CC"/>
                </a:solidFill>
              </a:rPr>
              <a:t> Artificial</a:t>
            </a:r>
          </a:p>
        </p:txBody>
      </p:sp>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13 Marcador de fecha"/>
          <p:cNvSpPr>
            <a:spLocks noGrp="1"/>
          </p:cNvSpPr>
          <p:nvPr>
            <p:ph type="dt" sz="half" idx="10"/>
          </p:nvPr>
        </p:nvSpPr>
        <p:spPr/>
        <p:txBody>
          <a:bodyPr/>
          <a:lstStyle>
            <a:lvl1pPr>
              <a:defRPr/>
            </a:lvl1pPr>
          </a:lstStyle>
          <a:p>
            <a:pPr>
              <a:defRPr/>
            </a:pPr>
            <a:endParaRPr lang="es-AR"/>
          </a:p>
        </p:txBody>
      </p:sp>
      <p:sp>
        <p:nvSpPr>
          <p:cNvPr id="6" name="2 Marcador de pie de página"/>
          <p:cNvSpPr>
            <a:spLocks noGrp="1"/>
          </p:cNvSpPr>
          <p:nvPr>
            <p:ph type="ftr" sz="quarter" idx="11"/>
          </p:nvPr>
        </p:nvSpPr>
        <p:spPr/>
        <p:txBody>
          <a:bodyPr/>
          <a:lstStyle>
            <a:lvl1pPr>
              <a:defRPr/>
            </a:lvl1pPr>
          </a:lstStyle>
          <a:p>
            <a:pPr>
              <a:defRPr/>
            </a:pPr>
            <a:endParaRPr lang="es-AR"/>
          </a:p>
        </p:txBody>
      </p:sp>
      <p:sp>
        <p:nvSpPr>
          <p:cNvPr id="7" name="22 Marcador de número de diapositiva"/>
          <p:cNvSpPr>
            <a:spLocks noGrp="1"/>
          </p:cNvSpPr>
          <p:nvPr>
            <p:ph type="sldNum" sz="quarter" idx="12"/>
          </p:nvPr>
        </p:nvSpPr>
        <p:spPr>
          <a:xfrm>
            <a:off x="0" y="0"/>
            <a:ext cx="395536" cy="273844"/>
          </a:xfrm>
        </p:spPr>
        <p:txBody>
          <a:bodyPr lIns="36000" tIns="36000" rIns="36000" bIns="36000"/>
          <a:lstStyle>
            <a:lvl1pPr algn="ctr">
              <a:defRPr b="1">
                <a:solidFill>
                  <a:schemeClr val="bg1"/>
                </a:solidFill>
              </a:defRPr>
            </a:lvl1pPr>
          </a:lstStyle>
          <a:p>
            <a:pPr>
              <a:defRPr/>
            </a:pPr>
            <a:fld id="{A644DF40-C83A-4A3D-A8B8-728930FAA9D4}" type="slidenum">
              <a:rPr lang="es-AR" smtClean="0"/>
              <a:pPr>
                <a:defRPr/>
              </a:pPr>
              <a:t>‹Nº›</a:t>
            </a:fld>
            <a:endParaRPr lang="es-AR"/>
          </a:p>
        </p:txBody>
      </p:sp>
      <p:cxnSp>
        <p:nvCxnSpPr>
          <p:cNvPr id="8" name="7 Conector recto"/>
          <p:cNvCxnSpPr/>
          <p:nvPr userDrawn="1"/>
        </p:nvCxnSpPr>
        <p:spPr>
          <a:xfrm>
            <a:off x="571472" y="555526"/>
            <a:ext cx="8143932" cy="1191"/>
          </a:xfrm>
          <a:prstGeom prst="line">
            <a:avLst/>
          </a:prstGeom>
          <a:effectLst>
            <a:glow rad="635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4" name="3 Forma libre"/>
          <p:cNvSpPr>
            <a:spLocks/>
          </p:cNvSpPr>
          <p:nvPr/>
        </p:nvSpPr>
        <p:spPr bwMode="auto">
          <a:xfrm>
            <a:off x="4829176" y="804863"/>
            <a:ext cx="4321175" cy="43434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a:lstStyle/>
          <a:p>
            <a:pPr>
              <a:defRPr/>
            </a:pPr>
            <a:endParaRPr lang="en-US"/>
          </a:p>
        </p:txBody>
      </p:sp>
      <p:sp>
        <p:nvSpPr>
          <p:cNvPr id="5" name="4 Forma libre"/>
          <p:cNvSpPr>
            <a:spLocks/>
          </p:cNvSpPr>
          <p:nvPr/>
        </p:nvSpPr>
        <p:spPr bwMode="auto">
          <a:xfrm>
            <a:off x="374650" y="0"/>
            <a:ext cx="5513388" cy="4961335"/>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a:lstStyle/>
          <a:p>
            <a:pPr>
              <a:defRPr/>
            </a:pPr>
            <a:endParaRPr lang="en-US"/>
          </a:p>
        </p:txBody>
      </p:sp>
      <p:sp>
        <p:nvSpPr>
          <p:cNvPr id="6" name="5 Forma libre"/>
          <p:cNvSpPr>
            <a:spLocks/>
          </p:cNvSpPr>
          <p:nvPr/>
        </p:nvSpPr>
        <p:spPr bwMode="auto">
          <a:xfrm rot="5236414">
            <a:off x="4976019" y="964010"/>
            <a:ext cx="3086100" cy="1189038"/>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7" name="6 Forma libre"/>
          <p:cNvSpPr>
            <a:spLocks/>
          </p:cNvSpPr>
          <p:nvPr/>
        </p:nvSpPr>
        <p:spPr bwMode="auto">
          <a:xfrm>
            <a:off x="5943600" y="0"/>
            <a:ext cx="2743200" cy="32004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8" name="7 Forma libre"/>
          <p:cNvSpPr>
            <a:spLocks/>
          </p:cNvSpPr>
          <p:nvPr/>
        </p:nvSpPr>
        <p:spPr bwMode="auto">
          <a:xfrm>
            <a:off x="5943600" y="3200400"/>
            <a:ext cx="3200400" cy="85725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9" name="8 Forma libre"/>
          <p:cNvSpPr>
            <a:spLocks/>
          </p:cNvSpPr>
          <p:nvPr/>
        </p:nvSpPr>
        <p:spPr bwMode="auto">
          <a:xfrm>
            <a:off x="5943600" y="0"/>
            <a:ext cx="1371600" cy="32004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0" name="9 Forma libre"/>
          <p:cNvSpPr>
            <a:spLocks/>
          </p:cNvSpPr>
          <p:nvPr/>
        </p:nvSpPr>
        <p:spPr bwMode="auto">
          <a:xfrm>
            <a:off x="5948364" y="3184923"/>
            <a:ext cx="2090737" cy="1958578"/>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1" name="10 Forma libre"/>
          <p:cNvSpPr>
            <a:spLocks/>
          </p:cNvSpPr>
          <p:nvPr/>
        </p:nvSpPr>
        <p:spPr bwMode="auto">
          <a:xfrm>
            <a:off x="5943600" y="3200400"/>
            <a:ext cx="1600200" cy="19431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11 Forma libre"/>
          <p:cNvSpPr>
            <a:spLocks/>
          </p:cNvSpPr>
          <p:nvPr/>
        </p:nvSpPr>
        <p:spPr bwMode="auto">
          <a:xfrm>
            <a:off x="5943600" y="1028700"/>
            <a:ext cx="3200400" cy="21717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3" name="12 Forma libre"/>
          <p:cNvSpPr>
            <a:spLocks/>
          </p:cNvSpPr>
          <p:nvPr/>
        </p:nvSpPr>
        <p:spPr bwMode="auto">
          <a:xfrm>
            <a:off x="5943600" y="1314450"/>
            <a:ext cx="3200400" cy="188595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4" name="13 Forma libre"/>
          <p:cNvSpPr>
            <a:spLocks/>
          </p:cNvSpPr>
          <p:nvPr/>
        </p:nvSpPr>
        <p:spPr bwMode="auto">
          <a:xfrm>
            <a:off x="990600" y="3200400"/>
            <a:ext cx="4953000" cy="19431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5" name="14 Forma libre"/>
          <p:cNvSpPr>
            <a:spLocks/>
          </p:cNvSpPr>
          <p:nvPr/>
        </p:nvSpPr>
        <p:spPr bwMode="auto">
          <a:xfrm>
            <a:off x="533400" y="3200400"/>
            <a:ext cx="5334000" cy="19431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6" name="15 Forma libre"/>
          <p:cNvSpPr>
            <a:spLocks/>
          </p:cNvSpPr>
          <p:nvPr/>
        </p:nvSpPr>
        <p:spPr bwMode="auto">
          <a:xfrm>
            <a:off x="366713" y="1828800"/>
            <a:ext cx="5638800" cy="13716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7" name="16 Forma libre"/>
          <p:cNvSpPr>
            <a:spLocks/>
          </p:cNvSpPr>
          <p:nvPr/>
        </p:nvSpPr>
        <p:spPr bwMode="auto">
          <a:xfrm>
            <a:off x="366713" y="1600200"/>
            <a:ext cx="5638800" cy="16002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8" name="17 Forma libre"/>
          <p:cNvSpPr>
            <a:spLocks/>
          </p:cNvSpPr>
          <p:nvPr/>
        </p:nvSpPr>
        <p:spPr bwMode="auto">
          <a:xfrm>
            <a:off x="4572000" y="3200400"/>
            <a:ext cx="1371600" cy="19431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9" name="18 Rectángulo"/>
          <p:cNvSpPr/>
          <p:nvPr/>
        </p:nvSpPr>
        <p:spPr>
          <a:xfrm>
            <a:off x="363539" y="301229"/>
            <a:ext cx="8504237" cy="665559"/>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0" name="19 Rectángulo"/>
          <p:cNvSpPr/>
          <p:nvPr/>
        </p:nvSpPr>
        <p:spPr>
          <a:xfrm flipH="1">
            <a:off x="371475" y="510779"/>
            <a:ext cx="26988" cy="273844"/>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1" name="20 Rectángulo"/>
          <p:cNvSpPr/>
          <p:nvPr/>
        </p:nvSpPr>
        <p:spPr>
          <a:xfrm flipH="1">
            <a:off x="411164" y="510779"/>
            <a:ext cx="26987" cy="273844"/>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2" name="21 Rectángulo"/>
          <p:cNvSpPr/>
          <p:nvPr/>
        </p:nvSpPr>
        <p:spPr>
          <a:xfrm flipH="1">
            <a:off x="447676" y="510779"/>
            <a:ext cx="9525" cy="273844"/>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22 Rectángulo"/>
          <p:cNvSpPr/>
          <p:nvPr/>
        </p:nvSpPr>
        <p:spPr>
          <a:xfrm flipH="1">
            <a:off x="476251" y="510779"/>
            <a:ext cx="9525" cy="273844"/>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4" name="23 Rectángulo"/>
          <p:cNvSpPr/>
          <p:nvPr/>
        </p:nvSpPr>
        <p:spPr>
          <a:xfrm>
            <a:off x="500063" y="510779"/>
            <a:ext cx="36512" cy="273844"/>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3" name="2 Marcador de texto"/>
          <p:cNvSpPr>
            <a:spLocks noGrp="1"/>
          </p:cNvSpPr>
          <p:nvPr>
            <p:ph type="body" idx="1"/>
          </p:nvPr>
        </p:nvSpPr>
        <p:spPr>
          <a:xfrm>
            <a:off x="706902" y="1013754"/>
            <a:ext cx="5718048" cy="733115"/>
          </a:xfrm>
        </p:spPr>
        <p:txBody>
          <a:bodyPr lIns="82296" bIns="0"/>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s-ES"/>
              <a:t>Haga clic para modificar el estilo de texto del patrón</a:t>
            </a:r>
          </a:p>
        </p:txBody>
      </p:sp>
      <p:sp>
        <p:nvSpPr>
          <p:cNvPr id="2" name="1 Título"/>
          <p:cNvSpPr>
            <a:spLocks noGrp="1"/>
          </p:cNvSpPr>
          <p:nvPr>
            <p:ph type="title"/>
          </p:nvPr>
        </p:nvSpPr>
        <p:spPr>
          <a:xfrm>
            <a:off x="706902" y="384048"/>
            <a:ext cx="8156448" cy="582930"/>
          </a:xfrm>
        </p:spPr>
        <p:txBody>
          <a:bodyPr tIns="64008"/>
          <a:lstStyle>
            <a:lvl1pPr algn="l">
              <a:buNone/>
              <a:defRPr sz="3800" b="0" cap="none" spc="-150" baseline="0"/>
            </a:lvl1pPr>
            <a:extLst/>
          </a:lstStyle>
          <a:p>
            <a:r>
              <a:rPr lang="es-ES"/>
              <a:t>Haga clic para modificar el estilo de título del patrón</a:t>
            </a:r>
            <a:endParaRPr lang="en-US"/>
          </a:p>
        </p:txBody>
      </p:sp>
      <p:sp>
        <p:nvSpPr>
          <p:cNvPr id="25" name="3 Marcador de fecha"/>
          <p:cNvSpPr>
            <a:spLocks noGrp="1"/>
          </p:cNvSpPr>
          <p:nvPr>
            <p:ph type="dt" sz="half" idx="10"/>
          </p:nvPr>
        </p:nvSpPr>
        <p:spPr/>
        <p:txBody>
          <a:bodyPr/>
          <a:lstStyle>
            <a:lvl1pPr>
              <a:defRPr/>
            </a:lvl1pPr>
            <a:extLst/>
          </a:lstStyle>
          <a:p>
            <a:pPr>
              <a:defRPr/>
            </a:pPr>
            <a:endParaRPr lang="es-AR"/>
          </a:p>
        </p:txBody>
      </p:sp>
      <p:sp>
        <p:nvSpPr>
          <p:cNvPr id="26" name="4 Marcador de pie de página"/>
          <p:cNvSpPr>
            <a:spLocks noGrp="1"/>
          </p:cNvSpPr>
          <p:nvPr>
            <p:ph type="ftr" sz="quarter" idx="11"/>
          </p:nvPr>
        </p:nvSpPr>
        <p:spPr/>
        <p:txBody>
          <a:bodyPr/>
          <a:lstStyle>
            <a:lvl1pPr>
              <a:defRPr/>
            </a:lvl1pPr>
            <a:extLst/>
          </a:lstStyle>
          <a:p>
            <a:pPr>
              <a:defRPr/>
            </a:pPr>
            <a:endParaRPr lang="es-AR"/>
          </a:p>
        </p:txBody>
      </p:sp>
      <p:sp>
        <p:nvSpPr>
          <p:cNvPr id="27" name="5 Marcador de número de diapositiva"/>
          <p:cNvSpPr>
            <a:spLocks noGrp="1"/>
          </p:cNvSpPr>
          <p:nvPr>
            <p:ph type="sldNum" sz="quarter" idx="12"/>
          </p:nvPr>
        </p:nvSpPr>
        <p:spPr/>
        <p:txBody>
          <a:bodyPr/>
          <a:lstStyle>
            <a:lvl1pPr>
              <a:defRPr/>
            </a:lvl1pPr>
            <a:extLst/>
          </a:lstStyle>
          <a:p>
            <a:pPr>
              <a:defRPr/>
            </a:pPr>
            <a:fld id="{AC2BDF1C-8834-416A-B0AB-1819CC9783EC}" type="slidenum">
              <a:rPr lang="es-AR"/>
              <a:pPr>
                <a:defRPr/>
              </a:pPr>
              <a:t>‹Nº›</a:t>
            </a:fld>
            <a:endParaRPr lang="es-AR"/>
          </a:p>
        </p:txBody>
      </p:sp>
    </p:spTree>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384048"/>
            <a:ext cx="8229600" cy="685800"/>
          </a:xfrm>
        </p:spPr>
        <p:txBody>
          <a:bodyPr/>
          <a:lstStyle/>
          <a:p>
            <a:r>
              <a:rPr lang="es-ES"/>
              <a:t>Haga clic para modificar el estilo de título del patrón</a:t>
            </a:r>
            <a:endParaRPr lang="en-US"/>
          </a:p>
        </p:txBody>
      </p:sp>
      <p:sp>
        <p:nvSpPr>
          <p:cNvPr id="3" name="2 Marcador de contenido"/>
          <p:cNvSpPr>
            <a:spLocks noGrp="1"/>
          </p:cNvSpPr>
          <p:nvPr>
            <p:ph sz="half" idx="1"/>
          </p:nvPr>
        </p:nvSpPr>
        <p:spPr>
          <a:xfrm>
            <a:off x="464344" y="1327876"/>
            <a:ext cx="4038600" cy="3394472"/>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contenido"/>
          <p:cNvSpPr>
            <a:spLocks noGrp="1"/>
          </p:cNvSpPr>
          <p:nvPr>
            <p:ph sz="half" idx="2"/>
          </p:nvPr>
        </p:nvSpPr>
        <p:spPr>
          <a:xfrm>
            <a:off x="4655344" y="1327876"/>
            <a:ext cx="4038600" cy="3394472"/>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4 Marcador de fecha"/>
          <p:cNvSpPr>
            <a:spLocks noGrp="1"/>
          </p:cNvSpPr>
          <p:nvPr>
            <p:ph type="dt" sz="half" idx="10"/>
          </p:nvPr>
        </p:nvSpPr>
        <p:spPr/>
        <p:txBody>
          <a:bodyPr/>
          <a:lstStyle>
            <a:lvl1pPr>
              <a:defRPr/>
            </a:lvl1pPr>
            <a:extLst/>
          </a:lstStyle>
          <a:p>
            <a:pPr>
              <a:defRPr/>
            </a:pPr>
            <a:endParaRPr lang="es-AR"/>
          </a:p>
        </p:txBody>
      </p:sp>
      <p:sp>
        <p:nvSpPr>
          <p:cNvPr id="6" name="5 Marcador de pie de página"/>
          <p:cNvSpPr>
            <a:spLocks noGrp="1"/>
          </p:cNvSpPr>
          <p:nvPr>
            <p:ph type="ftr" sz="quarter" idx="11"/>
          </p:nvPr>
        </p:nvSpPr>
        <p:spPr/>
        <p:txBody>
          <a:bodyPr/>
          <a:lstStyle>
            <a:lvl1pPr>
              <a:defRPr/>
            </a:lvl1pPr>
            <a:extLst/>
          </a:lstStyle>
          <a:p>
            <a:pPr>
              <a:defRPr/>
            </a:pPr>
            <a:endParaRPr lang="es-AR"/>
          </a:p>
        </p:txBody>
      </p:sp>
      <p:sp>
        <p:nvSpPr>
          <p:cNvPr id="7" name="6 Marcador de número de diapositiva"/>
          <p:cNvSpPr>
            <a:spLocks noGrp="1"/>
          </p:cNvSpPr>
          <p:nvPr>
            <p:ph type="sldNum" sz="quarter" idx="12"/>
          </p:nvPr>
        </p:nvSpPr>
        <p:spPr/>
        <p:txBody>
          <a:bodyPr/>
          <a:lstStyle>
            <a:lvl1pPr>
              <a:defRPr/>
            </a:lvl1pPr>
            <a:extLst/>
          </a:lstStyle>
          <a:p>
            <a:pPr>
              <a:defRPr/>
            </a:pPr>
            <a:fld id="{D7FCDCC4-634C-4120-8467-B5FF7397DBC7}" type="slidenum">
              <a:rPr lang="es-AR"/>
              <a:pPr>
                <a:defRPr/>
              </a:pPr>
              <a:t>‹Nº›</a:t>
            </a:fld>
            <a:endParaRPr lang="es-AR"/>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7" name="6 Rectángulo"/>
          <p:cNvSpPr/>
          <p:nvPr/>
        </p:nvSpPr>
        <p:spPr>
          <a:xfrm>
            <a:off x="1" y="301229"/>
            <a:ext cx="8867775" cy="665559"/>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7 Rectángulo"/>
          <p:cNvSpPr/>
          <p:nvPr/>
        </p:nvSpPr>
        <p:spPr>
          <a:xfrm>
            <a:off x="87314" y="510779"/>
            <a:ext cx="46037" cy="273844"/>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9" name="8 Rectángulo"/>
          <p:cNvSpPr/>
          <p:nvPr/>
        </p:nvSpPr>
        <p:spPr>
          <a:xfrm>
            <a:off x="47625" y="510779"/>
            <a:ext cx="26988" cy="273844"/>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0" name="9 Rectángulo"/>
          <p:cNvSpPr/>
          <p:nvPr/>
        </p:nvSpPr>
        <p:spPr>
          <a:xfrm>
            <a:off x="28576" y="510779"/>
            <a:ext cx="9525" cy="273844"/>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 name="10 Rectángulo"/>
          <p:cNvSpPr/>
          <p:nvPr/>
        </p:nvSpPr>
        <p:spPr>
          <a:xfrm>
            <a:off x="1" y="510779"/>
            <a:ext cx="9525" cy="273844"/>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2" name="11 Rectángulo"/>
          <p:cNvSpPr/>
          <p:nvPr/>
        </p:nvSpPr>
        <p:spPr>
          <a:xfrm flipH="1">
            <a:off x="149226" y="510779"/>
            <a:ext cx="28575" cy="273844"/>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3" name="12 Rectángulo"/>
          <p:cNvSpPr/>
          <p:nvPr/>
        </p:nvSpPr>
        <p:spPr>
          <a:xfrm flipH="1">
            <a:off x="188914" y="510779"/>
            <a:ext cx="28575" cy="273844"/>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4" name="13 Rectángulo"/>
          <p:cNvSpPr/>
          <p:nvPr/>
        </p:nvSpPr>
        <p:spPr>
          <a:xfrm flipH="1">
            <a:off x="227014" y="510779"/>
            <a:ext cx="9525" cy="273844"/>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14 Rectángulo"/>
          <p:cNvSpPr/>
          <p:nvPr/>
        </p:nvSpPr>
        <p:spPr>
          <a:xfrm flipH="1">
            <a:off x="255589" y="510779"/>
            <a:ext cx="7937" cy="273844"/>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6" name="15 Rectángulo"/>
          <p:cNvSpPr/>
          <p:nvPr/>
        </p:nvSpPr>
        <p:spPr>
          <a:xfrm>
            <a:off x="279401" y="510779"/>
            <a:ext cx="36513" cy="273844"/>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 name="1 Título"/>
          <p:cNvSpPr>
            <a:spLocks noGrp="1"/>
          </p:cNvSpPr>
          <p:nvPr>
            <p:ph type="title"/>
          </p:nvPr>
        </p:nvSpPr>
        <p:spPr>
          <a:xfrm>
            <a:off x="504824" y="384048"/>
            <a:ext cx="7772400" cy="685800"/>
          </a:xfrm>
        </p:spPr>
        <p:txBody>
          <a:bodyPr/>
          <a:lstStyle>
            <a:lvl1pPr>
              <a:defRPr sz="4000"/>
            </a:lvl1pPr>
            <a:extLst/>
          </a:lstStyle>
          <a:p>
            <a:r>
              <a:rPr lang="es-ES"/>
              <a:t>Haga clic para modificar el estilo de título del patrón</a:t>
            </a:r>
            <a:endParaRPr lang="en-US"/>
          </a:p>
        </p:txBody>
      </p:sp>
      <p:sp>
        <p:nvSpPr>
          <p:cNvPr id="3" name="2 Marcador de texto"/>
          <p:cNvSpPr>
            <a:spLocks noGrp="1"/>
          </p:cNvSpPr>
          <p:nvPr>
            <p:ph type="body" idx="1"/>
          </p:nvPr>
        </p:nvSpPr>
        <p:spPr>
          <a:xfrm>
            <a:off x="457200" y="1357312"/>
            <a:ext cx="4040188" cy="47982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a:r>
              <a:rPr lang="es-ES"/>
              <a:t>Haga clic para modificar el estilo de texto del patrón</a:t>
            </a:r>
          </a:p>
        </p:txBody>
      </p:sp>
      <p:sp>
        <p:nvSpPr>
          <p:cNvPr id="4" name="3 Marcador de texto"/>
          <p:cNvSpPr>
            <a:spLocks noGrp="1"/>
          </p:cNvSpPr>
          <p:nvPr>
            <p:ph type="body" sz="half" idx="3"/>
          </p:nvPr>
        </p:nvSpPr>
        <p:spPr>
          <a:xfrm>
            <a:off x="4645026" y="1357312"/>
            <a:ext cx="4041775" cy="47982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a:r>
              <a:rPr lang="es-ES"/>
              <a:t>Haga clic para modificar el estilo de texto del patrón</a:t>
            </a:r>
          </a:p>
        </p:txBody>
      </p:sp>
      <p:sp>
        <p:nvSpPr>
          <p:cNvPr id="5" name="4 Marcador de contenido"/>
          <p:cNvSpPr>
            <a:spLocks noGrp="1"/>
          </p:cNvSpPr>
          <p:nvPr>
            <p:ph sz="quarter" idx="2"/>
          </p:nvPr>
        </p:nvSpPr>
        <p:spPr>
          <a:xfrm>
            <a:off x="457200" y="1844278"/>
            <a:ext cx="4040188" cy="2969514"/>
          </a:xfrm>
        </p:spPr>
        <p:txBody>
          <a:bodyPr/>
          <a:lstStyle>
            <a:lvl1pPr>
              <a:defRPr sz="2400"/>
            </a:lvl1pPr>
            <a:lvl2pPr>
              <a:defRPr sz="2000"/>
            </a:lvl2pPr>
            <a:lvl3pPr>
              <a:defRPr sz="1800"/>
            </a:lvl3pPr>
            <a:lvl4pPr>
              <a:defRPr sz="1600"/>
            </a:lvl4pPr>
            <a:lvl5pPr>
              <a:defRPr sz="16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5 Marcador de contenido"/>
          <p:cNvSpPr>
            <a:spLocks noGrp="1"/>
          </p:cNvSpPr>
          <p:nvPr>
            <p:ph sz="quarter" idx="4"/>
          </p:nvPr>
        </p:nvSpPr>
        <p:spPr>
          <a:xfrm>
            <a:off x="4645026" y="1844278"/>
            <a:ext cx="4041775" cy="2969514"/>
          </a:xfrm>
        </p:spPr>
        <p:txBody>
          <a:bodyPr/>
          <a:lstStyle>
            <a:lvl1pPr>
              <a:defRPr sz="2400"/>
            </a:lvl1pPr>
            <a:lvl2pPr>
              <a:defRPr sz="2000"/>
            </a:lvl2pPr>
            <a:lvl3pPr>
              <a:defRPr sz="1800"/>
            </a:lvl3pPr>
            <a:lvl4pPr>
              <a:defRPr sz="1600"/>
            </a:lvl4pPr>
            <a:lvl5pPr>
              <a:defRPr sz="16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7" name="6 Marcador de fecha"/>
          <p:cNvSpPr>
            <a:spLocks noGrp="1"/>
          </p:cNvSpPr>
          <p:nvPr>
            <p:ph type="dt" sz="half" idx="10"/>
          </p:nvPr>
        </p:nvSpPr>
        <p:spPr/>
        <p:txBody>
          <a:bodyPr/>
          <a:lstStyle>
            <a:lvl1pPr>
              <a:defRPr/>
            </a:lvl1pPr>
            <a:extLst/>
          </a:lstStyle>
          <a:p>
            <a:pPr>
              <a:defRPr/>
            </a:pPr>
            <a:endParaRPr lang="es-AR"/>
          </a:p>
        </p:txBody>
      </p:sp>
      <p:sp>
        <p:nvSpPr>
          <p:cNvPr id="18" name="7 Marcador de pie de página"/>
          <p:cNvSpPr>
            <a:spLocks noGrp="1"/>
          </p:cNvSpPr>
          <p:nvPr>
            <p:ph type="ftr" sz="quarter" idx="11"/>
          </p:nvPr>
        </p:nvSpPr>
        <p:spPr/>
        <p:txBody>
          <a:bodyPr/>
          <a:lstStyle>
            <a:lvl1pPr>
              <a:defRPr/>
            </a:lvl1pPr>
            <a:extLst/>
          </a:lstStyle>
          <a:p>
            <a:pPr>
              <a:defRPr/>
            </a:pPr>
            <a:endParaRPr lang="es-AR"/>
          </a:p>
        </p:txBody>
      </p:sp>
      <p:sp>
        <p:nvSpPr>
          <p:cNvPr id="19" name="8 Marcador de número de diapositiva"/>
          <p:cNvSpPr>
            <a:spLocks noGrp="1"/>
          </p:cNvSpPr>
          <p:nvPr>
            <p:ph type="sldNum" sz="quarter" idx="12"/>
          </p:nvPr>
        </p:nvSpPr>
        <p:spPr/>
        <p:txBody>
          <a:bodyPr/>
          <a:lstStyle>
            <a:lvl1pPr>
              <a:defRPr/>
            </a:lvl1pPr>
            <a:extLst/>
          </a:lstStyle>
          <a:p>
            <a:pPr>
              <a:defRPr/>
            </a:pPr>
            <a:fld id="{28B66AB1-0AB0-47D5-9CFD-94192142684F}" type="slidenum">
              <a:rPr lang="es-AR"/>
              <a:pPr>
                <a:defRPr/>
              </a:pPr>
              <a:t>‹Nº›</a:t>
            </a:fld>
            <a:endParaRPr lang="es-AR"/>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384048"/>
            <a:ext cx="7772400" cy="685800"/>
          </a:xfrm>
        </p:spPr>
        <p:txBody>
          <a:bodyPr/>
          <a:lstStyle>
            <a:lvl1pPr>
              <a:defRPr sz="4000" cap="none" baseline="0"/>
            </a:lvl1pPr>
            <a:extLst/>
          </a:lstStyle>
          <a:p>
            <a:r>
              <a:rPr lang="es-ES"/>
              <a:t>Haga clic para modificar el estilo de título del patrón</a:t>
            </a:r>
            <a:endParaRPr lang="en-US"/>
          </a:p>
        </p:txBody>
      </p:sp>
      <p:sp>
        <p:nvSpPr>
          <p:cNvPr id="3" name="13 Marcador de fecha"/>
          <p:cNvSpPr>
            <a:spLocks noGrp="1"/>
          </p:cNvSpPr>
          <p:nvPr>
            <p:ph type="dt" sz="half" idx="10"/>
          </p:nvPr>
        </p:nvSpPr>
        <p:spPr/>
        <p:txBody>
          <a:bodyPr/>
          <a:lstStyle>
            <a:lvl1pPr>
              <a:defRPr/>
            </a:lvl1pPr>
          </a:lstStyle>
          <a:p>
            <a:pPr>
              <a:defRPr/>
            </a:pPr>
            <a:endParaRPr lang="es-AR"/>
          </a:p>
        </p:txBody>
      </p:sp>
      <p:sp>
        <p:nvSpPr>
          <p:cNvPr id="4" name="2 Marcador de pie de página"/>
          <p:cNvSpPr>
            <a:spLocks noGrp="1"/>
          </p:cNvSpPr>
          <p:nvPr>
            <p:ph type="ftr" sz="quarter" idx="11"/>
          </p:nvPr>
        </p:nvSpPr>
        <p:spPr/>
        <p:txBody>
          <a:bodyPr/>
          <a:lstStyle>
            <a:lvl1pPr>
              <a:defRPr/>
            </a:lvl1pPr>
          </a:lstStyle>
          <a:p>
            <a:pPr>
              <a:defRPr/>
            </a:pPr>
            <a:endParaRPr lang="es-AR"/>
          </a:p>
        </p:txBody>
      </p:sp>
      <p:sp>
        <p:nvSpPr>
          <p:cNvPr id="5" name="22 Marcador de número de diapositiva"/>
          <p:cNvSpPr>
            <a:spLocks noGrp="1"/>
          </p:cNvSpPr>
          <p:nvPr>
            <p:ph type="sldNum" sz="quarter" idx="12"/>
          </p:nvPr>
        </p:nvSpPr>
        <p:spPr/>
        <p:txBody>
          <a:bodyPr/>
          <a:lstStyle>
            <a:lvl1pPr>
              <a:defRPr/>
            </a:lvl1pPr>
          </a:lstStyle>
          <a:p>
            <a:pPr>
              <a:defRPr/>
            </a:pPr>
            <a:fld id="{C1574FAA-8909-4C44-8049-29AF46ED8327}" type="slidenum">
              <a:rPr lang="es-AR"/>
              <a:pPr>
                <a:defRPr/>
              </a:pPr>
              <a:t>‹Nº›</a:t>
            </a:fld>
            <a:endParaRPr lang="es-AR"/>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vl1pPr>
            <a:extLst/>
          </a:lstStyle>
          <a:p>
            <a:pPr>
              <a:defRPr/>
            </a:pPr>
            <a:endParaRPr lang="es-AR"/>
          </a:p>
        </p:txBody>
      </p:sp>
      <p:sp>
        <p:nvSpPr>
          <p:cNvPr id="3" name="2 Marcador de pie de página"/>
          <p:cNvSpPr>
            <a:spLocks noGrp="1"/>
          </p:cNvSpPr>
          <p:nvPr>
            <p:ph type="ftr" sz="quarter" idx="11"/>
          </p:nvPr>
        </p:nvSpPr>
        <p:spPr/>
        <p:txBody>
          <a:bodyPr/>
          <a:lstStyle>
            <a:lvl1pPr>
              <a:defRPr/>
            </a:lvl1pPr>
            <a:extLst/>
          </a:lstStyle>
          <a:p>
            <a:pPr>
              <a:defRPr/>
            </a:pPr>
            <a:endParaRPr lang="es-AR"/>
          </a:p>
        </p:txBody>
      </p:sp>
      <p:sp>
        <p:nvSpPr>
          <p:cNvPr id="4" name="3 Marcador de número de diapositiva"/>
          <p:cNvSpPr>
            <a:spLocks noGrp="1"/>
          </p:cNvSpPr>
          <p:nvPr>
            <p:ph type="sldNum" sz="quarter" idx="12"/>
          </p:nvPr>
        </p:nvSpPr>
        <p:spPr/>
        <p:txBody>
          <a:bodyPr/>
          <a:lstStyle>
            <a:lvl1pPr>
              <a:defRPr/>
            </a:lvl1pPr>
            <a:extLst/>
          </a:lstStyle>
          <a:p>
            <a:pPr>
              <a:defRPr/>
            </a:pPr>
            <a:fld id="{66C7759E-A3F2-496C-8CD5-29FD1F2956F3}" type="slidenum">
              <a:rPr lang="es-AR"/>
              <a:pPr>
                <a:defRPr/>
              </a:pPr>
              <a:t>‹Nº›</a:t>
            </a:fld>
            <a:endParaRPr lang="es-AR"/>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85800" y="204787"/>
            <a:ext cx="8229600" cy="871538"/>
          </a:xfrm>
        </p:spPr>
        <p:txBody>
          <a:bodyPr anchor="ctr"/>
          <a:lstStyle>
            <a:lvl1pPr algn="l">
              <a:buNone/>
              <a:defRPr sz="3600" b="0"/>
            </a:lvl1pPr>
            <a:extLst/>
          </a:lstStyle>
          <a:p>
            <a:r>
              <a:rPr lang="es-ES"/>
              <a:t>Haga clic para modificar el estilo de título del patrón</a:t>
            </a:r>
            <a:endParaRPr lang="en-US"/>
          </a:p>
        </p:txBody>
      </p:sp>
      <p:sp>
        <p:nvSpPr>
          <p:cNvPr id="3" name="2 Marcador de texto"/>
          <p:cNvSpPr>
            <a:spLocks noGrp="1"/>
          </p:cNvSpPr>
          <p:nvPr>
            <p:ph type="body" idx="2"/>
          </p:nvPr>
        </p:nvSpPr>
        <p:spPr>
          <a:xfrm>
            <a:off x="685800" y="1076325"/>
            <a:ext cx="2514600" cy="3429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a:r>
              <a:rPr lang="es-ES"/>
              <a:t>Haga clic para modificar el estilo de texto del patrón</a:t>
            </a:r>
          </a:p>
        </p:txBody>
      </p:sp>
      <p:sp>
        <p:nvSpPr>
          <p:cNvPr id="4" name="3 Marcador de contenido"/>
          <p:cNvSpPr>
            <a:spLocks noGrp="1"/>
          </p:cNvSpPr>
          <p:nvPr>
            <p:ph sz="half" idx="1"/>
          </p:nvPr>
        </p:nvSpPr>
        <p:spPr>
          <a:xfrm>
            <a:off x="3429000" y="1076325"/>
            <a:ext cx="5486400" cy="3429000"/>
          </a:xfrm>
        </p:spPr>
        <p:txBody>
          <a:bodyPr/>
          <a:lstStyle>
            <a:lvl1pPr>
              <a:defRPr sz="3200"/>
            </a:lvl1pPr>
            <a:lvl2pPr>
              <a:defRPr sz="2800"/>
            </a:lvl2pPr>
            <a:lvl3pPr>
              <a:defRPr sz="2400"/>
            </a:lvl3pPr>
            <a:lvl4pPr>
              <a:defRPr sz="2000"/>
            </a:lvl4pPr>
            <a:lvl5pPr>
              <a:defRPr sz="20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13 Marcador de fecha"/>
          <p:cNvSpPr>
            <a:spLocks noGrp="1"/>
          </p:cNvSpPr>
          <p:nvPr>
            <p:ph type="dt" sz="half" idx="10"/>
          </p:nvPr>
        </p:nvSpPr>
        <p:spPr/>
        <p:txBody>
          <a:bodyPr/>
          <a:lstStyle>
            <a:lvl1pPr>
              <a:defRPr/>
            </a:lvl1pPr>
          </a:lstStyle>
          <a:p>
            <a:pPr>
              <a:defRPr/>
            </a:pPr>
            <a:endParaRPr lang="es-AR"/>
          </a:p>
        </p:txBody>
      </p:sp>
      <p:sp>
        <p:nvSpPr>
          <p:cNvPr id="6" name="2 Marcador de pie de página"/>
          <p:cNvSpPr>
            <a:spLocks noGrp="1"/>
          </p:cNvSpPr>
          <p:nvPr>
            <p:ph type="ftr" sz="quarter" idx="11"/>
          </p:nvPr>
        </p:nvSpPr>
        <p:spPr/>
        <p:txBody>
          <a:bodyPr/>
          <a:lstStyle>
            <a:lvl1pPr>
              <a:defRPr/>
            </a:lvl1pPr>
          </a:lstStyle>
          <a:p>
            <a:pPr>
              <a:defRPr/>
            </a:pPr>
            <a:endParaRPr lang="es-AR"/>
          </a:p>
        </p:txBody>
      </p:sp>
      <p:sp>
        <p:nvSpPr>
          <p:cNvPr id="7" name="22 Marcador de número de diapositiva"/>
          <p:cNvSpPr>
            <a:spLocks noGrp="1"/>
          </p:cNvSpPr>
          <p:nvPr>
            <p:ph type="sldNum" sz="quarter" idx="12"/>
          </p:nvPr>
        </p:nvSpPr>
        <p:spPr/>
        <p:txBody>
          <a:bodyPr/>
          <a:lstStyle>
            <a:lvl1pPr>
              <a:defRPr/>
            </a:lvl1pPr>
          </a:lstStyle>
          <a:p>
            <a:pPr>
              <a:defRPr/>
            </a:pPr>
            <a:fld id="{A81AB539-2F97-4D69-941F-75F2C2E5543F}" type="slidenum">
              <a:rPr lang="es-AR"/>
              <a:pPr>
                <a:defRPr/>
              </a:pPr>
              <a:t>‹Nº›</a:t>
            </a:fld>
            <a:endParaRPr lang="es-AR"/>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5" name="4 Rectángulo"/>
          <p:cNvSpPr/>
          <p:nvPr/>
        </p:nvSpPr>
        <p:spPr>
          <a:xfrm>
            <a:off x="368300" y="0"/>
            <a:ext cx="8777288" cy="1408510"/>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5 Conector recto"/>
          <p:cNvCxnSpPr/>
          <p:nvPr/>
        </p:nvCxnSpPr>
        <p:spPr>
          <a:xfrm flipV="1">
            <a:off x="363538" y="1413272"/>
            <a:ext cx="8782050"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7" name="19 Grupo"/>
          <p:cNvGrpSpPr>
            <a:grpSpLocks/>
          </p:cNvGrpSpPr>
          <p:nvPr/>
        </p:nvGrpSpPr>
        <p:grpSpPr bwMode="auto">
          <a:xfrm rot="5400000">
            <a:off x="8531821" y="898327"/>
            <a:ext cx="98822" cy="128587"/>
            <a:chOff x="6668087" y="1297746"/>
            <a:chExt cx="161840" cy="156602"/>
          </a:xfrm>
        </p:grpSpPr>
        <p:cxnSp>
          <p:nvCxnSpPr>
            <p:cNvPr id="8" name="7 Conector recto"/>
            <p:cNvCxnSpPr/>
            <p:nvPr/>
          </p:nvCxnSpPr>
          <p:spPr>
            <a:xfrm rot="16200000">
              <a:off x="6663593" y="1298375"/>
              <a:ext cx="88935" cy="7994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8 Conector recto"/>
            <p:cNvCxnSpPr/>
            <p:nvPr/>
          </p:nvCxnSpPr>
          <p:spPr>
            <a:xfrm rot="16200000" flipV="1">
              <a:off x="6685198" y="1391515"/>
              <a:ext cx="125668" cy="0"/>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9 Conector recto"/>
            <p:cNvCxnSpPr/>
            <p:nvPr/>
          </p:nvCxnSpPr>
          <p:spPr>
            <a:xfrm rot="5400000" flipH="1">
              <a:off x="6744513" y="1297400"/>
              <a:ext cx="88935" cy="8189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1" name="25 Grupo"/>
          <p:cNvGrpSpPr>
            <a:grpSpLocks/>
          </p:cNvGrpSpPr>
          <p:nvPr/>
        </p:nvGrpSpPr>
        <p:grpSpPr bwMode="auto">
          <a:xfrm rot="5400000">
            <a:off x="8684221" y="1012627"/>
            <a:ext cx="98822" cy="128587"/>
            <a:chOff x="6668087" y="1297746"/>
            <a:chExt cx="161840" cy="156602"/>
          </a:xfrm>
        </p:grpSpPr>
        <p:cxnSp>
          <p:nvCxnSpPr>
            <p:cNvPr id="12" name="11 Conector recto"/>
            <p:cNvCxnSpPr/>
            <p:nvPr/>
          </p:nvCxnSpPr>
          <p:spPr>
            <a:xfrm rot="16200000">
              <a:off x="6663593" y="1298375"/>
              <a:ext cx="88935" cy="7994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12 Conector recto"/>
            <p:cNvCxnSpPr/>
            <p:nvPr/>
          </p:nvCxnSpPr>
          <p:spPr>
            <a:xfrm rot="16200000" flipV="1">
              <a:off x="6685198" y="1391515"/>
              <a:ext cx="125668" cy="0"/>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4" name="13 Conector recto"/>
            <p:cNvCxnSpPr/>
            <p:nvPr/>
          </p:nvCxnSpPr>
          <p:spPr>
            <a:xfrm rot="5400000" flipH="1">
              <a:off x="6744513" y="1297400"/>
              <a:ext cx="88935" cy="8189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5" name="29 Grupo"/>
          <p:cNvGrpSpPr>
            <a:grpSpLocks/>
          </p:cNvGrpSpPr>
          <p:nvPr/>
        </p:nvGrpSpPr>
        <p:grpSpPr bwMode="auto">
          <a:xfrm rot="5400000">
            <a:off x="8336558" y="1090018"/>
            <a:ext cx="98822" cy="128588"/>
            <a:chOff x="6668087" y="1297746"/>
            <a:chExt cx="161840" cy="156602"/>
          </a:xfrm>
        </p:grpSpPr>
        <p:cxnSp>
          <p:nvCxnSpPr>
            <p:cNvPr id="16" name="15 Conector recto"/>
            <p:cNvCxnSpPr/>
            <p:nvPr/>
          </p:nvCxnSpPr>
          <p:spPr>
            <a:xfrm rot="16200000">
              <a:off x="6663592" y="1298373"/>
              <a:ext cx="88934" cy="7994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16 Conector recto"/>
            <p:cNvCxnSpPr/>
            <p:nvPr/>
          </p:nvCxnSpPr>
          <p:spPr>
            <a:xfrm rot="16200000" flipV="1">
              <a:off x="6685198" y="1391513"/>
              <a:ext cx="125668" cy="0"/>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8" name="17 Conector recto"/>
            <p:cNvCxnSpPr/>
            <p:nvPr/>
          </p:nvCxnSpPr>
          <p:spPr>
            <a:xfrm rot="5400000" flipH="1">
              <a:off x="6744512" y="1297398"/>
              <a:ext cx="88934" cy="8189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1 Título"/>
          <p:cNvSpPr>
            <a:spLocks noGrp="1"/>
          </p:cNvSpPr>
          <p:nvPr>
            <p:ph type="title"/>
          </p:nvPr>
        </p:nvSpPr>
        <p:spPr bwMode="grayWhite">
          <a:xfrm>
            <a:off x="914400" y="330939"/>
            <a:ext cx="6858000" cy="526312"/>
          </a:xfrm>
        </p:spPr>
        <p:txBody>
          <a:bodyPr anchor="b"/>
          <a:lstStyle>
            <a:lvl1pPr algn="l">
              <a:buNone/>
              <a:defRPr sz="2100" b="0"/>
            </a:lvl1pPr>
            <a:extLst/>
          </a:lstStyle>
          <a:p>
            <a:r>
              <a:rPr lang="es-ES"/>
              <a:t>Haga clic para modificar el estilo de título del patrón</a:t>
            </a:r>
            <a:endParaRPr lang="en-US"/>
          </a:p>
        </p:txBody>
      </p:sp>
      <p:sp>
        <p:nvSpPr>
          <p:cNvPr id="3" name="2 Marcador de posición de imagen"/>
          <p:cNvSpPr>
            <a:spLocks noGrp="1"/>
          </p:cNvSpPr>
          <p:nvPr>
            <p:ph type="pic" idx="1"/>
          </p:nvPr>
        </p:nvSpPr>
        <p:spPr>
          <a:xfrm>
            <a:off x="368032" y="1420336"/>
            <a:ext cx="8778240" cy="3720108"/>
          </a:xfrm>
          <a:solidFill>
            <a:schemeClr val="bg2"/>
          </a:solidFill>
        </p:spPr>
        <p:txBody>
          <a:bodyPr>
            <a:normAutofit/>
          </a:bodyPr>
          <a:lstStyle>
            <a:lvl1pPr marL="0" indent="0">
              <a:buNone/>
              <a:defRPr sz="3200"/>
            </a:lvl1pPr>
            <a:extLst/>
          </a:lstStyle>
          <a:p>
            <a:pPr lvl="0"/>
            <a:r>
              <a:rPr lang="es-ES" noProof="0"/>
              <a:t>Haga clic en el icono para agregar una imagen</a:t>
            </a:r>
            <a:endParaRPr lang="en-US" noProof="0"/>
          </a:p>
        </p:txBody>
      </p:sp>
      <p:sp>
        <p:nvSpPr>
          <p:cNvPr id="4" name="3 Marcador de texto"/>
          <p:cNvSpPr>
            <a:spLocks noGrp="1"/>
          </p:cNvSpPr>
          <p:nvPr>
            <p:ph type="body" sz="half" idx="2"/>
          </p:nvPr>
        </p:nvSpPr>
        <p:spPr bwMode="grayWhite">
          <a:xfrm>
            <a:off x="914400" y="862608"/>
            <a:ext cx="6858000" cy="51435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a:r>
              <a:rPr lang="es-ES"/>
              <a:t>Haga clic para modificar el estilo de texto del patrón</a:t>
            </a:r>
          </a:p>
        </p:txBody>
      </p:sp>
      <p:sp>
        <p:nvSpPr>
          <p:cNvPr id="19" name="4 Marcador de fecha"/>
          <p:cNvSpPr>
            <a:spLocks noGrp="1"/>
          </p:cNvSpPr>
          <p:nvPr>
            <p:ph type="dt" sz="half" idx="10"/>
          </p:nvPr>
        </p:nvSpPr>
        <p:spPr>
          <a:xfrm>
            <a:off x="6477000" y="41673"/>
            <a:ext cx="2133600" cy="273844"/>
          </a:xfrm>
        </p:spPr>
        <p:txBody>
          <a:bodyPr/>
          <a:lstStyle>
            <a:lvl1pPr>
              <a:defRPr/>
            </a:lvl1pPr>
            <a:extLst/>
          </a:lstStyle>
          <a:p>
            <a:pPr>
              <a:defRPr/>
            </a:pPr>
            <a:endParaRPr lang="es-AR"/>
          </a:p>
        </p:txBody>
      </p:sp>
      <p:sp>
        <p:nvSpPr>
          <p:cNvPr id="20" name="5 Marcador de pie de página"/>
          <p:cNvSpPr>
            <a:spLocks noGrp="1"/>
          </p:cNvSpPr>
          <p:nvPr>
            <p:ph type="ftr" sz="quarter" idx="11"/>
          </p:nvPr>
        </p:nvSpPr>
        <p:spPr>
          <a:xfrm>
            <a:off x="914400" y="41673"/>
            <a:ext cx="5562600" cy="273844"/>
          </a:xfrm>
        </p:spPr>
        <p:txBody>
          <a:bodyPr/>
          <a:lstStyle>
            <a:lvl1pPr>
              <a:defRPr/>
            </a:lvl1pPr>
            <a:extLst/>
          </a:lstStyle>
          <a:p>
            <a:pPr>
              <a:defRPr/>
            </a:pPr>
            <a:endParaRPr lang="es-AR"/>
          </a:p>
        </p:txBody>
      </p:sp>
      <p:sp>
        <p:nvSpPr>
          <p:cNvPr id="21" name="6 Marcador de número de diapositiva"/>
          <p:cNvSpPr>
            <a:spLocks noGrp="1"/>
          </p:cNvSpPr>
          <p:nvPr>
            <p:ph type="sldNum" sz="quarter" idx="12"/>
          </p:nvPr>
        </p:nvSpPr>
        <p:spPr>
          <a:xfrm>
            <a:off x="8610600" y="41673"/>
            <a:ext cx="457200" cy="273844"/>
          </a:xfrm>
        </p:spPr>
        <p:txBody>
          <a:bodyPr/>
          <a:lstStyle>
            <a:lvl1pPr>
              <a:defRPr/>
            </a:lvl1pPr>
            <a:extLst/>
          </a:lstStyle>
          <a:p>
            <a:pPr>
              <a:defRPr/>
            </a:pPr>
            <a:fld id="{F4A88294-6744-4162-850F-326BDD3129A5}" type="slidenum">
              <a:rPr lang="es-AR"/>
              <a:pPr>
                <a:defRPr/>
              </a:pPr>
              <a:t>‹Nº›</a:t>
            </a:fld>
            <a:endParaRPr lang="es-AR"/>
          </a:p>
        </p:txBody>
      </p:sp>
    </p:spTree>
  </p:cSld>
  <p:clrMapOvr>
    <a:masterClrMapping/>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13 Marcador de fecha"/>
          <p:cNvSpPr>
            <a:spLocks noGrp="1"/>
          </p:cNvSpPr>
          <p:nvPr>
            <p:ph type="dt" sz="half" idx="10"/>
          </p:nvPr>
        </p:nvSpPr>
        <p:spPr/>
        <p:txBody>
          <a:bodyPr/>
          <a:lstStyle>
            <a:lvl1pPr>
              <a:defRPr/>
            </a:lvl1pPr>
          </a:lstStyle>
          <a:p>
            <a:pPr>
              <a:defRPr/>
            </a:pPr>
            <a:endParaRPr lang="es-AR"/>
          </a:p>
        </p:txBody>
      </p:sp>
      <p:sp>
        <p:nvSpPr>
          <p:cNvPr id="5" name="2 Marcador de pie de página"/>
          <p:cNvSpPr>
            <a:spLocks noGrp="1"/>
          </p:cNvSpPr>
          <p:nvPr>
            <p:ph type="ftr" sz="quarter" idx="11"/>
          </p:nvPr>
        </p:nvSpPr>
        <p:spPr/>
        <p:txBody>
          <a:bodyPr/>
          <a:lstStyle>
            <a:lvl1pPr>
              <a:defRPr/>
            </a:lvl1pPr>
          </a:lstStyle>
          <a:p>
            <a:pPr>
              <a:defRPr/>
            </a:pPr>
            <a:endParaRPr lang="es-AR"/>
          </a:p>
        </p:txBody>
      </p:sp>
      <p:sp>
        <p:nvSpPr>
          <p:cNvPr id="6" name="22 Marcador de número de diapositiva"/>
          <p:cNvSpPr>
            <a:spLocks noGrp="1"/>
          </p:cNvSpPr>
          <p:nvPr>
            <p:ph type="sldNum" sz="quarter" idx="12"/>
          </p:nvPr>
        </p:nvSpPr>
        <p:spPr/>
        <p:txBody>
          <a:bodyPr/>
          <a:lstStyle>
            <a:lvl1pPr>
              <a:defRPr/>
            </a:lvl1pPr>
          </a:lstStyle>
          <a:p>
            <a:pPr>
              <a:defRPr/>
            </a:pPr>
            <a:fld id="{2BB3F3B0-1089-49B5-988D-B96939D8CE5A}" type="slidenum">
              <a:rPr lang="es-AR"/>
              <a:pPr>
                <a:defRPr/>
              </a:pPr>
              <a:t>‹Nº›</a:t>
            </a:fld>
            <a:endParaRPr lang="es-AR"/>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05980"/>
            <a:ext cx="1981200" cy="4388644"/>
          </a:xfrm>
        </p:spPr>
        <p:txBody>
          <a:bodyPr vert="eaVert" anchor="ctr"/>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609600" y="205980"/>
            <a:ext cx="5867400" cy="4388644"/>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13 Marcador de fecha"/>
          <p:cNvSpPr>
            <a:spLocks noGrp="1"/>
          </p:cNvSpPr>
          <p:nvPr>
            <p:ph type="dt" sz="half" idx="10"/>
          </p:nvPr>
        </p:nvSpPr>
        <p:spPr/>
        <p:txBody>
          <a:bodyPr/>
          <a:lstStyle>
            <a:lvl1pPr>
              <a:defRPr/>
            </a:lvl1pPr>
          </a:lstStyle>
          <a:p>
            <a:pPr>
              <a:defRPr/>
            </a:pPr>
            <a:endParaRPr lang="es-AR"/>
          </a:p>
        </p:txBody>
      </p:sp>
      <p:sp>
        <p:nvSpPr>
          <p:cNvPr id="5" name="2 Marcador de pie de página"/>
          <p:cNvSpPr>
            <a:spLocks noGrp="1"/>
          </p:cNvSpPr>
          <p:nvPr>
            <p:ph type="ftr" sz="quarter" idx="11"/>
          </p:nvPr>
        </p:nvSpPr>
        <p:spPr/>
        <p:txBody>
          <a:bodyPr/>
          <a:lstStyle>
            <a:lvl1pPr>
              <a:defRPr/>
            </a:lvl1pPr>
          </a:lstStyle>
          <a:p>
            <a:pPr>
              <a:defRPr/>
            </a:pPr>
            <a:endParaRPr lang="es-AR"/>
          </a:p>
        </p:txBody>
      </p:sp>
      <p:sp>
        <p:nvSpPr>
          <p:cNvPr id="6" name="22 Marcador de número de diapositiva"/>
          <p:cNvSpPr>
            <a:spLocks noGrp="1"/>
          </p:cNvSpPr>
          <p:nvPr>
            <p:ph type="sldNum" sz="quarter" idx="12"/>
          </p:nvPr>
        </p:nvSpPr>
        <p:spPr/>
        <p:txBody>
          <a:bodyPr/>
          <a:lstStyle>
            <a:lvl1pPr>
              <a:defRPr/>
            </a:lvl1pPr>
          </a:lstStyle>
          <a:p>
            <a:pPr>
              <a:defRPr/>
            </a:pPr>
            <a:fld id="{061C97E8-41CD-420C-9D22-CC91DC5EAEFE}" type="slidenum">
              <a:rPr lang="es-AR"/>
              <a:pPr>
                <a:defRPr/>
              </a:pPr>
              <a:t>‹Nº›</a:t>
            </a:fld>
            <a:endParaRPr lang="es-AR"/>
          </a:p>
        </p:txBody>
      </p:sp>
    </p:spTree>
  </p:cSld>
  <p:clrMapOvr>
    <a:masterClrMapping/>
  </p:clrMapOvr>
  <p:transition>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5" name="4 CuadroTexto"/>
          <p:cNvSpPr txBox="1"/>
          <p:nvPr userDrawn="1"/>
        </p:nvSpPr>
        <p:spPr>
          <a:xfrm rot="16200000">
            <a:off x="-931106" y="2006046"/>
            <a:ext cx="2262262" cy="369332"/>
          </a:xfrm>
          <a:prstGeom prst="rect">
            <a:avLst/>
          </a:prstGeom>
          <a:noFill/>
        </p:spPr>
        <p:txBody>
          <a:bodyPr wrap="square">
            <a:spAutoFit/>
          </a:bodyPr>
          <a:lstStyle/>
          <a:p>
            <a:pPr>
              <a:defRPr/>
            </a:pPr>
            <a:r>
              <a:rPr lang="en-US" sz="1800" b="1" dirty="0" err="1">
                <a:solidFill>
                  <a:srgbClr val="0000CC"/>
                </a:solidFill>
              </a:rPr>
              <a:t>Inteligencia</a:t>
            </a:r>
            <a:r>
              <a:rPr lang="en-US" sz="1800" b="1" baseline="0" dirty="0">
                <a:solidFill>
                  <a:srgbClr val="0000CC"/>
                </a:solidFill>
              </a:rPr>
              <a:t> Artificial</a:t>
            </a:r>
            <a:endParaRPr lang="en-US" sz="1800" b="1" dirty="0">
              <a:solidFill>
                <a:srgbClr val="0000CC"/>
              </a:solidFill>
            </a:endParaRPr>
          </a:p>
        </p:txBody>
      </p:sp>
      <p:sp>
        <p:nvSpPr>
          <p:cNvPr id="2" name="1 Título"/>
          <p:cNvSpPr>
            <a:spLocks noGrp="1"/>
          </p:cNvSpPr>
          <p:nvPr>
            <p:ph type="title"/>
          </p:nvPr>
        </p:nvSpPr>
        <p:spPr>
          <a:xfrm>
            <a:off x="457200" y="205979"/>
            <a:ext cx="8229600" cy="857250"/>
          </a:xfrm>
        </p:spPr>
        <p:txBody>
          <a:bodyPr/>
          <a:lstStyle/>
          <a:p>
            <a:r>
              <a:rPr lang="es-ES"/>
              <a:t>Haga clic para modificar el estilo de título del patrón</a:t>
            </a:r>
          </a:p>
        </p:txBody>
      </p:sp>
      <p:sp>
        <p:nvSpPr>
          <p:cNvPr id="3" name="2 Marcador de texto"/>
          <p:cNvSpPr>
            <a:spLocks noGrp="1"/>
          </p:cNvSpPr>
          <p:nvPr>
            <p:ph type="body" sz="half" idx="1"/>
          </p:nvPr>
        </p:nvSpPr>
        <p:spPr>
          <a:xfrm>
            <a:off x="457200" y="1200151"/>
            <a:ext cx="4038600" cy="339447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200151"/>
            <a:ext cx="4038600" cy="339447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4 Marcador de fecha"/>
          <p:cNvSpPr>
            <a:spLocks noGrp="1"/>
          </p:cNvSpPr>
          <p:nvPr>
            <p:ph type="dt" sz="half" idx="10"/>
          </p:nvPr>
        </p:nvSpPr>
        <p:spPr>
          <a:xfrm>
            <a:off x="457200" y="4683919"/>
            <a:ext cx="2133600" cy="357188"/>
          </a:xfrm>
        </p:spPr>
        <p:txBody>
          <a:bodyPr/>
          <a:lstStyle>
            <a:lvl1pPr>
              <a:defRPr/>
            </a:lvl1pPr>
          </a:lstStyle>
          <a:p>
            <a:pPr>
              <a:defRPr/>
            </a:pPr>
            <a:endParaRPr lang="es-AR"/>
          </a:p>
        </p:txBody>
      </p:sp>
      <p:sp>
        <p:nvSpPr>
          <p:cNvPr id="7" name="5 Marcador de pie de página"/>
          <p:cNvSpPr>
            <a:spLocks noGrp="1"/>
          </p:cNvSpPr>
          <p:nvPr>
            <p:ph type="ftr" sz="quarter" idx="11"/>
          </p:nvPr>
        </p:nvSpPr>
        <p:spPr>
          <a:xfrm>
            <a:off x="3124200" y="4683919"/>
            <a:ext cx="2895600" cy="357188"/>
          </a:xfrm>
        </p:spPr>
        <p:txBody>
          <a:bodyPr/>
          <a:lstStyle>
            <a:lvl1pPr>
              <a:defRPr/>
            </a:lvl1pPr>
          </a:lstStyle>
          <a:p>
            <a:pPr>
              <a:defRPr/>
            </a:pPr>
            <a:endParaRPr lang="es-AR"/>
          </a:p>
        </p:txBody>
      </p:sp>
      <p:sp>
        <p:nvSpPr>
          <p:cNvPr id="8" name="6 Marcador de número de diapositiva"/>
          <p:cNvSpPr>
            <a:spLocks noGrp="1"/>
          </p:cNvSpPr>
          <p:nvPr>
            <p:ph type="sldNum" sz="quarter" idx="12"/>
          </p:nvPr>
        </p:nvSpPr>
        <p:spPr>
          <a:xfrm>
            <a:off x="6553200" y="4683919"/>
            <a:ext cx="2133600" cy="357188"/>
          </a:xfrm>
        </p:spPr>
        <p:txBody>
          <a:bodyPr/>
          <a:lstStyle>
            <a:lvl1pPr>
              <a:defRPr/>
            </a:lvl1pPr>
          </a:lstStyle>
          <a:p>
            <a:pPr>
              <a:defRPr/>
            </a:pPr>
            <a:fld id="{91B6E95C-1AA3-45AB-8D9F-1479F7DC8E53}" type="slidenum">
              <a:rPr lang="es-AR"/>
              <a:pPr>
                <a:defRPr/>
              </a:pPr>
              <a:t>‹Nº›</a:t>
            </a:fld>
            <a:endParaRPr lang="es-AR"/>
          </a:p>
        </p:txBody>
      </p:sp>
    </p:spTree>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6 Rectángulo"/>
          <p:cNvSpPr/>
          <p:nvPr/>
        </p:nvSpPr>
        <p:spPr>
          <a:xfrm>
            <a:off x="1" y="0"/>
            <a:ext cx="365125" cy="5141119"/>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7 Rectángulo"/>
          <p:cNvSpPr/>
          <p:nvPr/>
        </p:nvSpPr>
        <p:spPr>
          <a:xfrm>
            <a:off x="255589" y="3784998"/>
            <a:ext cx="73025" cy="1269206"/>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8 Rectángulo"/>
          <p:cNvSpPr/>
          <p:nvPr/>
        </p:nvSpPr>
        <p:spPr>
          <a:xfrm>
            <a:off x="255589" y="3598069"/>
            <a:ext cx="73025" cy="17145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9 Rectángulo"/>
          <p:cNvSpPr/>
          <p:nvPr/>
        </p:nvSpPr>
        <p:spPr>
          <a:xfrm>
            <a:off x="255589" y="3477816"/>
            <a:ext cx="73025" cy="103584"/>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 name="10 Rectángulo"/>
          <p:cNvSpPr/>
          <p:nvPr/>
        </p:nvSpPr>
        <p:spPr>
          <a:xfrm>
            <a:off x="255589" y="3406379"/>
            <a:ext cx="73025" cy="55959"/>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2" name="11 Rectángulo"/>
          <p:cNvSpPr/>
          <p:nvPr/>
        </p:nvSpPr>
        <p:spPr>
          <a:xfrm>
            <a:off x="309564" y="510779"/>
            <a:ext cx="46037" cy="273844"/>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5" name="14 Rectángulo"/>
          <p:cNvSpPr/>
          <p:nvPr/>
        </p:nvSpPr>
        <p:spPr>
          <a:xfrm>
            <a:off x="268289" y="510779"/>
            <a:ext cx="28575" cy="273844"/>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6" name="15 Rectángulo"/>
          <p:cNvSpPr/>
          <p:nvPr/>
        </p:nvSpPr>
        <p:spPr>
          <a:xfrm>
            <a:off x="249239" y="510779"/>
            <a:ext cx="9525" cy="273844"/>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7" name="16 Rectángulo"/>
          <p:cNvSpPr/>
          <p:nvPr/>
        </p:nvSpPr>
        <p:spPr>
          <a:xfrm>
            <a:off x="222250" y="510779"/>
            <a:ext cx="7938" cy="273844"/>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2" name="21 Marcador de título"/>
          <p:cNvSpPr>
            <a:spLocks noGrp="1"/>
          </p:cNvSpPr>
          <p:nvPr>
            <p:ph type="title"/>
          </p:nvPr>
        </p:nvSpPr>
        <p:spPr>
          <a:xfrm>
            <a:off x="914400" y="384572"/>
            <a:ext cx="7772400" cy="685800"/>
          </a:xfrm>
          <a:prstGeom prst="rect">
            <a:avLst/>
          </a:prstGeom>
        </p:spPr>
        <p:txBody>
          <a:bodyPr vert="horz" anchor="t">
            <a:noAutofit/>
          </a:bodyPr>
          <a:lstStyle/>
          <a:p>
            <a:r>
              <a:rPr lang="es-ES"/>
              <a:t>Haga clic para modificar el estilo de título del patrón</a:t>
            </a:r>
            <a:endParaRPr lang="en-US"/>
          </a:p>
        </p:txBody>
      </p:sp>
      <p:sp>
        <p:nvSpPr>
          <p:cNvPr id="4108" name="12 Marcador de texto"/>
          <p:cNvSpPr>
            <a:spLocks noGrp="1"/>
          </p:cNvSpPr>
          <p:nvPr>
            <p:ph type="body" idx="1"/>
          </p:nvPr>
        </p:nvSpPr>
        <p:spPr bwMode="auto">
          <a:xfrm>
            <a:off x="914400" y="1338263"/>
            <a:ext cx="7772400" cy="3429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4" name="13 Marcador de fecha"/>
          <p:cNvSpPr>
            <a:spLocks noGrp="1"/>
          </p:cNvSpPr>
          <p:nvPr>
            <p:ph type="dt" sz="half" idx="2"/>
          </p:nvPr>
        </p:nvSpPr>
        <p:spPr>
          <a:xfrm>
            <a:off x="6477000" y="4812507"/>
            <a:ext cx="2133600" cy="273844"/>
          </a:xfrm>
          <a:prstGeom prst="rect">
            <a:avLst/>
          </a:prstGeom>
        </p:spPr>
        <p:txBody>
          <a:bodyPr vert="horz" anchor="b"/>
          <a:lstStyle>
            <a:lvl1pPr algn="l" eaLnBrk="1" latinLnBrk="0" hangingPunct="1">
              <a:defRPr kumimoji="0" sz="1100">
                <a:solidFill>
                  <a:schemeClr val="tx2"/>
                </a:solidFill>
              </a:defRPr>
            </a:lvl1pPr>
            <a:extLst/>
          </a:lstStyle>
          <a:p>
            <a:pPr>
              <a:defRPr/>
            </a:pPr>
            <a:endParaRPr lang="es-AR"/>
          </a:p>
        </p:txBody>
      </p:sp>
      <p:sp>
        <p:nvSpPr>
          <p:cNvPr id="3" name="2 Marcador de pie de página"/>
          <p:cNvSpPr>
            <a:spLocks noGrp="1"/>
          </p:cNvSpPr>
          <p:nvPr>
            <p:ph type="ftr" sz="quarter" idx="3"/>
          </p:nvPr>
        </p:nvSpPr>
        <p:spPr>
          <a:xfrm>
            <a:off x="914400" y="4812507"/>
            <a:ext cx="5562600" cy="273844"/>
          </a:xfrm>
          <a:prstGeom prst="rect">
            <a:avLst/>
          </a:prstGeom>
        </p:spPr>
        <p:txBody>
          <a:bodyPr vert="horz" anchor="b"/>
          <a:lstStyle>
            <a:lvl1pPr algn="r" eaLnBrk="1" latinLnBrk="0" hangingPunct="1">
              <a:defRPr kumimoji="0" sz="1100">
                <a:solidFill>
                  <a:schemeClr val="tx2"/>
                </a:solidFill>
              </a:defRPr>
            </a:lvl1pPr>
            <a:extLst/>
          </a:lstStyle>
          <a:p>
            <a:pPr>
              <a:defRPr/>
            </a:pPr>
            <a:endParaRPr lang="es-AR"/>
          </a:p>
        </p:txBody>
      </p:sp>
      <p:sp>
        <p:nvSpPr>
          <p:cNvPr id="23" name="22 Marcador de número de diapositiva"/>
          <p:cNvSpPr>
            <a:spLocks noGrp="1"/>
          </p:cNvSpPr>
          <p:nvPr>
            <p:ph type="sldNum" sz="quarter" idx="4"/>
          </p:nvPr>
        </p:nvSpPr>
        <p:spPr>
          <a:xfrm>
            <a:off x="8610600" y="4812507"/>
            <a:ext cx="457200" cy="273844"/>
          </a:xfrm>
          <a:prstGeom prst="rect">
            <a:avLst/>
          </a:prstGeom>
        </p:spPr>
        <p:txBody>
          <a:bodyPr vert="horz" anchor="b"/>
          <a:lstStyle>
            <a:lvl1pPr algn="l" eaLnBrk="1" latinLnBrk="0" hangingPunct="1">
              <a:defRPr kumimoji="0" sz="1200">
                <a:solidFill>
                  <a:schemeClr val="tx2"/>
                </a:solidFill>
              </a:defRPr>
            </a:lvl1pPr>
            <a:extLst/>
          </a:lstStyle>
          <a:p>
            <a:pPr>
              <a:defRPr/>
            </a:pPr>
            <a:fld id="{A0223DCD-9376-4613-B8D5-25DAA8B3E403}" type="slidenum">
              <a:rPr lang="es-AR"/>
              <a:pPr>
                <a:defRPr/>
              </a:pPr>
              <a:t>‹Nº›</a:t>
            </a:fld>
            <a:endParaRPr lang="es-AR"/>
          </a:p>
        </p:txBody>
      </p:sp>
    </p:spTree>
  </p:cSld>
  <p:clrMap bg1="dk1" tx1="lt1" bg2="dk2" tx2="lt2" accent1="accent1" accent2="accent2" accent3="accent3" accent4="accent4" accent5="accent5" accent6="accent6" hlink="hlink" folHlink="folHlink"/>
  <p:sldLayoutIdLst>
    <p:sldLayoutId id="2147484042" r:id="rId1"/>
    <p:sldLayoutId id="2147484043" r:id="rId2"/>
    <p:sldLayoutId id="2147484044" r:id="rId3"/>
    <p:sldLayoutId id="2147484045" r:id="rId4"/>
    <p:sldLayoutId id="2147484046" r:id="rId5"/>
    <p:sldLayoutId id="2147484041" r:id="rId6"/>
    <p:sldLayoutId id="2147484047" r:id="rId7"/>
    <p:sldLayoutId id="2147484040" r:id="rId8"/>
    <p:sldLayoutId id="2147484048" r:id="rId9"/>
    <p:sldLayoutId id="2147484039" r:id="rId10"/>
    <p:sldLayoutId id="2147484038" r:id="rId11"/>
    <p:sldLayoutId id="2147484049" r:id="rId12"/>
  </p:sldLayoutIdLst>
  <p:transition>
    <p:split orient="vert"/>
  </p:transition>
  <p:hf hdr="0" ftr="0" dt="0"/>
  <p:txStyles>
    <p:titleStyle>
      <a:lvl1pPr algn="l" rtl="0" eaLnBrk="0" fontAlgn="base" hangingPunct="0">
        <a:spcBef>
          <a:spcPct val="0"/>
        </a:spcBef>
        <a:spcAft>
          <a:spcPct val="0"/>
        </a:spcAft>
        <a:defRPr sz="4000" kern="1200" spc="-100">
          <a:solidFill>
            <a:srgbClr val="C1EEFF"/>
          </a:solidFill>
          <a:latin typeface="+mj-lt"/>
          <a:ea typeface="+mj-ea"/>
          <a:cs typeface="+mj-cs"/>
        </a:defRPr>
      </a:lvl1pPr>
      <a:lvl2pPr algn="l" rtl="0" eaLnBrk="0" fontAlgn="base" hangingPunct="0">
        <a:spcBef>
          <a:spcPct val="0"/>
        </a:spcBef>
        <a:spcAft>
          <a:spcPct val="0"/>
        </a:spcAft>
        <a:defRPr sz="4000">
          <a:solidFill>
            <a:srgbClr val="C1EEFF"/>
          </a:solidFill>
          <a:latin typeface="Consolas" pitchFamily="49" charset="0"/>
        </a:defRPr>
      </a:lvl2pPr>
      <a:lvl3pPr algn="l" rtl="0" eaLnBrk="0" fontAlgn="base" hangingPunct="0">
        <a:spcBef>
          <a:spcPct val="0"/>
        </a:spcBef>
        <a:spcAft>
          <a:spcPct val="0"/>
        </a:spcAft>
        <a:defRPr sz="4000">
          <a:solidFill>
            <a:srgbClr val="C1EEFF"/>
          </a:solidFill>
          <a:latin typeface="Consolas" pitchFamily="49" charset="0"/>
        </a:defRPr>
      </a:lvl3pPr>
      <a:lvl4pPr algn="l" rtl="0" eaLnBrk="0" fontAlgn="base" hangingPunct="0">
        <a:spcBef>
          <a:spcPct val="0"/>
        </a:spcBef>
        <a:spcAft>
          <a:spcPct val="0"/>
        </a:spcAft>
        <a:defRPr sz="4000">
          <a:solidFill>
            <a:srgbClr val="C1EEFF"/>
          </a:solidFill>
          <a:latin typeface="Consolas" pitchFamily="49" charset="0"/>
        </a:defRPr>
      </a:lvl4pPr>
      <a:lvl5pPr algn="l" rtl="0" eaLnBrk="0" fontAlgn="base" hangingPunct="0">
        <a:spcBef>
          <a:spcPct val="0"/>
        </a:spcBef>
        <a:spcAft>
          <a:spcPct val="0"/>
        </a:spcAft>
        <a:defRPr sz="4000">
          <a:solidFill>
            <a:srgbClr val="C1EEFF"/>
          </a:solidFill>
          <a:latin typeface="Consolas" pitchFamily="49" charset="0"/>
        </a:defRPr>
      </a:lvl5pPr>
      <a:lvl6pPr marL="457200" algn="l" rtl="0" fontAlgn="base">
        <a:spcBef>
          <a:spcPct val="0"/>
        </a:spcBef>
        <a:spcAft>
          <a:spcPct val="0"/>
        </a:spcAft>
        <a:defRPr sz="4000">
          <a:solidFill>
            <a:srgbClr val="C1EEFF"/>
          </a:solidFill>
          <a:latin typeface="Consolas" pitchFamily="49" charset="0"/>
        </a:defRPr>
      </a:lvl6pPr>
      <a:lvl7pPr marL="914400" algn="l" rtl="0" fontAlgn="base">
        <a:spcBef>
          <a:spcPct val="0"/>
        </a:spcBef>
        <a:spcAft>
          <a:spcPct val="0"/>
        </a:spcAft>
        <a:defRPr sz="4000">
          <a:solidFill>
            <a:srgbClr val="C1EEFF"/>
          </a:solidFill>
          <a:latin typeface="Consolas" pitchFamily="49" charset="0"/>
        </a:defRPr>
      </a:lvl7pPr>
      <a:lvl8pPr marL="1371600" algn="l" rtl="0" fontAlgn="base">
        <a:spcBef>
          <a:spcPct val="0"/>
        </a:spcBef>
        <a:spcAft>
          <a:spcPct val="0"/>
        </a:spcAft>
        <a:defRPr sz="4000">
          <a:solidFill>
            <a:srgbClr val="C1EEFF"/>
          </a:solidFill>
          <a:latin typeface="Consolas" pitchFamily="49" charset="0"/>
        </a:defRPr>
      </a:lvl8pPr>
      <a:lvl9pPr marL="1828800" algn="l" rtl="0" fontAlgn="base">
        <a:spcBef>
          <a:spcPct val="0"/>
        </a:spcBef>
        <a:spcAft>
          <a:spcPct val="0"/>
        </a:spcAft>
        <a:defRPr sz="4000">
          <a:solidFill>
            <a:srgbClr val="C1EEFF"/>
          </a:solidFill>
          <a:latin typeface="Consolas" pitchFamily="49" charset="0"/>
        </a:defRPr>
      </a:lvl9pPr>
      <a:extLst/>
    </p:titleStyle>
    <p:body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6 Imagen" descr="tapa1.png"/>
          <p:cNvPicPr>
            <a:picLocks noChangeAspect="1"/>
          </p:cNvPicPr>
          <p:nvPr/>
        </p:nvPicPr>
        <p:blipFill>
          <a:blip r:embed="rId2" cstate="print"/>
          <a:stretch>
            <a:fillRect/>
          </a:stretch>
        </p:blipFill>
        <p:spPr>
          <a:xfrm>
            <a:off x="605102" y="219032"/>
            <a:ext cx="8215370" cy="4656974"/>
          </a:xfrm>
          <a:prstGeom prst="rect">
            <a:avLst/>
          </a:prstGeom>
        </p:spPr>
      </p:pic>
      <p:sp>
        <p:nvSpPr>
          <p:cNvPr id="14342" name="10 CuadroTexto"/>
          <p:cNvSpPr txBox="1">
            <a:spLocks noChangeArrowheads="1"/>
          </p:cNvSpPr>
          <p:nvPr/>
        </p:nvSpPr>
        <p:spPr bwMode="auto">
          <a:xfrm>
            <a:off x="971600" y="411510"/>
            <a:ext cx="3816424" cy="523220"/>
          </a:xfrm>
          <a:prstGeom prst="rect">
            <a:avLst/>
          </a:prstGeom>
          <a:solidFill>
            <a:srgbClr val="0000CC"/>
          </a:solidFill>
          <a:ln w="9525">
            <a:noFill/>
            <a:miter lim="800000"/>
            <a:headEnd/>
            <a:tailEnd/>
          </a:ln>
          <a:effectLst>
            <a:softEdge rad="127000"/>
          </a:effectLst>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pPr algn="r"/>
            <a:r>
              <a:rPr lang="en-US" sz="2800" b="1" dirty="0" err="1">
                <a:ln w="11430"/>
                <a:solidFill>
                  <a:schemeClr val="accent6">
                    <a:lumMod val="20000"/>
                    <a:lumOff val="80000"/>
                  </a:schemeClr>
                </a:solidFill>
                <a:effectLst>
                  <a:outerShdw blurRad="80000" dist="40000" dir="5040000" algn="tl">
                    <a:srgbClr val="000000">
                      <a:alpha val="30000"/>
                    </a:srgbClr>
                  </a:outerShdw>
                </a:effectLst>
              </a:rPr>
              <a:t>Árboles</a:t>
            </a:r>
            <a:r>
              <a:rPr lang="en-US" sz="2800" b="1" dirty="0">
                <a:ln w="11430"/>
                <a:solidFill>
                  <a:schemeClr val="accent6">
                    <a:lumMod val="20000"/>
                    <a:lumOff val="80000"/>
                  </a:schemeClr>
                </a:solidFill>
                <a:effectLst>
                  <a:outerShdw blurRad="80000" dist="40000" dir="5040000" algn="tl">
                    <a:srgbClr val="000000">
                      <a:alpha val="30000"/>
                    </a:srgbClr>
                  </a:outerShdw>
                </a:effectLst>
              </a:rPr>
              <a:t> de </a:t>
            </a:r>
            <a:r>
              <a:rPr lang="en-US" sz="2800" b="1" dirty="0" err="1">
                <a:ln w="11430"/>
                <a:solidFill>
                  <a:schemeClr val="accent6">
                    <a:lumMod val="20000"/>
                    <a:lumOff val="80000"/>
                  </a:schemeClr>
                </a:solidFill>
                <a:effectLst>
                  <a:outerShdw blurRad="80000" dist="40000" dir="5040000" algn="tl">
                    <a:srgbClr val="000000">
                      <a:alpha val="30000"/>
                    </a:srgbClr>
                  </a:outerShdw>
                </a:effectLst>
              </a:rPr>
              <a:t>Decisión</a:t>
            </a:r>
            <a:endParaRPr lang="en-US" sz="2800" b="1" dirty="0">
              <a:ln w="11430"/>
              <a:solidFill>
                <a:schemeClr val="accent6">
                  <a:lumMod val="20000"/>
                  <a:lumOff val="80000"/>
                </a:schemeClr>
              </a:solidFill>
              <a:effectLst>
                <a:outerShdw blurRad="80000" dist="40000" dir="5040000" algn="tl">
                  <a:srgbClr val="000000">
                    <a:alpha val="30000"/>
                  </a:srgbClr>
                </a:outerShdw>
              </a:effectLst>
            </a:endParaRPr>
          </a:p>
        </p:txBody>
      </p:sp>
      <p:sp>
        <p:nvSpPr>
          <p:cNvPr id="4" name="Rectángulo 3"/>
          <p:cNvSpPr/>
          <p:nvPr/>
        </p:nvSpPr>
        <p:spPr>
          <a:xfrm>
            <a:off x="917880" y="4515966"/>
            <a:ext cx="7704912" cy="322354"/>
          </a:xfrm>
          <a:prstGeom prst="rect">
            <a:avLst/>
          </a:prstGeom>
          <a:solidFill>
            <a:srgbClr val="00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p:cNvSpPr>
            <a:spLocks noGrp="1" noChangeArrowheads="1"/>
          </p:cNvSpPr>
          <p:nvPr>
            <p:ph idx="1"/>
          </p:nvPr>
        </p:nvSpPr>
        <p:spPr>
          <a:xfrm>
            <a:off x="457200" y="1660923"/>
            <a:ext cx="8472518" cy="1872307"/>
          </a:xfrm>
        </p:spPr>
        <p:txBody>
          <a:bodyPr>
            <a:spAutoFit/>
          </a:bodyPr>
          <a:lstStyle/>
          <a:p>
            <a:pPr marL="420624" indent="-384048" algn="just" eaLnBrk="1" fontAlgn="auto" hangingPunct="1">
              <a:spcAft>
                <a:spcPts val="1200"/>
              </a:spcAft>
              <a:buFont typeface="Wingdings 2"/>
              <a:buChar char=""/>
              <a:defRPr/>
            </a:pPr>
            <a:r>
              <a:rPr lang="es-AR" sz="2800" b="1" cap="small" dirty="0">
                <a:ln w="11430"/>
                <a:solidFill>
                  <a:srgbClr val="FFFF00"/>
                </a:solidFill>
                <a:latin typeface="Times New Roman" pitchFamily="18" charset="0"/>
              </a:rPr>
              <a:t>Conceptos Básicos</a:t>
            </a:r>
          </a:p>
          <a:p>
            <a:pPr marL="420624" indent="-384048" algn="just" eaLnBrk="1" fontAlgn="auto" hangingPunct="1">
              <a:spcAft>
                <a:spcPts val="1200"/>
              </a:spcAft>
              <a:buFont typeface="Wingdings 2"/>
              <a:buChar char=""/>
              <a:defRPr/>
            </a:pPr>
            <a:r>
              <a:rPr lang="es-AR" sz="2800" b="1" cap="small" dirty="0">
                <a:ln w="11430"/>
                <a:solidFill>
                  <a:srgbClr val="FFFF00"/>
                </a:solidFill>
                <a:latin typeface="Times New Roman" pitchFamily="18" charset="0"/>
              </a:rPr>
              <a:t>Inducción Utilizando Árboles de Decisión</a:t>
            </a:r>
          </a:p>
          <a:p>
            <a:pPr marL="420624" indent="-384048" algn="just" eaLnBrk="1" fontAlgn="auto" hangingPunct="1">
              <a:spcAft>
                <a:spcPts val="1200"/>
              </a:spcAft>
              <a:buFont typeface="Wingdings 2"/>
              <a:buChar char=""/>
              <a:defRPr/>
            </a:pPr>
            <a:r>
              <a:rPr lang="es-AR" sz="2800" b="1" cap="small" dirty="0">
                <a:ln w="11430"/>
                <a:solidFill>
                  <a:srgbClr val="FFFF00"/>
                </a:solidFill>
                <a:latin typeface="Times New Roman" pitchFamily="18" charset="0"/>
              </a:rPr>
              <a:t>Concepto De Ganancia de Información</a:t>
            </a:r>
          </a:p>
        </p:txBody>
      </p:sp>
      <p:sp>
        <p:nvSpPr>
          <p:cNvPr id="6" name="5 CuadroTexto"/>
          <p:cNvSpPr txBox="1"/>
          <p:nvPr/>
        </p:nvSpPr>
        <p:spPr>
          <a:xfrm>
            <a:off x="785814" y="107156"/>
            <a:ext cx="8072437" cy="523220"/>
          </a:xfrm>
          <a:prstGeom prst="rect">
            <a:avLst/>
          </a:prstGeom>
          <a:noFill/>
        </p:spPr>
        <p:txBody>
          <a:bodyPr>
            <a:spAutoFit/>
          </a:bodyPr>
          <a:lstStyle/>
          <a:p>
            <a:pPr algn="r"/>
            <a:r>
              <a:rPr lang="en-US" sz="2800" b="1" dirty="0">
                <a:solidFill>
                  <a:srgbClr val="00FF00"/>
                </a:solidFill>
              </a:rPr>
              <a:t>ESTRUCTURA DE LA CLASE</a:t>
            </a:r>
          </a:p>
        </p:txBody>
      </p:sp>
      <p:sp>
        <p:nvSpPr>
          <p:cNvPr id="5" name="4 Marcador de número de diapositiva"/>
          <p:cNvSpPr>
            <a:spLocks noGrp="1"/>
          </p:cNvSpPr>
          <p:nvPr>
            <p:ph type="sldNum" sz="quarter" idx="12"/>
          </p:nvPr>
        </p:nvSpPr>
        <p:spPr>
          <a:xfrm>
            <a:off x="10344" y="0"/>
            <a:ext cx="457200" cy="273844"/>
          </a:xfrm>
        </p:spPr>
        <p:txBody>
          <a:bodyPr/>
          <a:lstStyle/>
          <a:p>
            <a:pPr>
              <a:defRPr/>
            </a:pPr>
            <a:fld id="{A644DF40-C83A-4A3D-A8B8-728930FAA9D4}" type="slidenum">
              <a:rPr lang="es-AR" smtClean="0"/>
              <a:pPr>
                <a:defRPr/>
              </a:pPr>
              <a:t>2</a:t>
            </a:fld>
            <a:endParaRPr lang="es-AR"/>
          </a:p>
        </p:txBody>
      </p:sp>
    </p:spTree>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3660"/>
            <a:ext cx="8229600" cy="4031873"/>
          </a:xfrm>
        </p:spPr>
        <p:txBody>
          <a:bodyPr>
            <a:spAutoFit/>
          </a:bodyPr>
          <a:lstStyle/>
          <a:p>
            <a:pPr marL="0" indent="0" algn="just"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Dado un conjunto de datos (</a:t>
            </a:r>
            <a:r>
              <a:rPr lang="es-AR" sz="2400" dirty="0" err="1">
                <a:ln w="11430"/>
                <a:solidFill>
                  <a:srgbClr val="FFFF00"/>
                </a:solidFill>
                <a:latin typeface="Times New Roman" pitchFamily="18" charset="0"/>
              </a:rPr>
              <a:t>Dataset</a:t>
            </a:r>
            <a:r>
              <a:rPr lang="es-AR" sz="2400" dirty="0">
                <a:ln w="11430"/>
                <a:solidFill>
                  <a:srgbClr val="FFFF00"/>
                </a:solidFill>
                <a:latin typeface="Times New Roman" pitchFamily="18" charset="0"/>
              </a:rPr>
              <a:t>) utilizados en un problema de clasificación, esto es, </a:t>
            </a:r>
            <a:r>
              <a:rPr lang="es-AR" sz="2400" dirty="0" smtClean="0">
                <a:ln w="11430"/>
                <a:solidFill>
                  <a:srgbClr val="FFFF00"/>
                </a:solidFill>
                <a:latin typeface="Times New Roman" pitchFamily="18" charset="0"/>
              </a:rPr>
              <a:t>un conjunto </a:t>
            </a:r>
            <a:r>
              <a:rPr lang="es-AR" sz="2400" dirty="0">
                <a:ln w="11430"/>
                <a:solidFill>
                  <a:srgbClr val="FFFF00"/>
                </a:solidFill>
                <a:latin typeface="Times New Roman" pitchFamily="18" charset="0"/>
              </a:rPr>
              <a:t>de registros que se describen mediante un conjunto de atributos:</a:t>
            </a:r>
          </a:p>
          <a:p>
            <a:pPr marL="0" indent="0" algn="just" eaLnBrk="1" fontAlgn="auto" hangingPunct="1">
              <a:lnSpc>
                <a:spcPct val="90000"/>
              </a:lnSpc>
              <a:spcBef>
                <a:spcPts val="0"/>
              </a:spcBef>
              <a:spcAft>
                <a:spcPts val="1200"/>
              </a:spcAft>
              <a:buFontTx/>
              <a:buNone/>
              <a:defRPr/>
            </a:pPr>
            <a:r>
              <a:rPr lang="es-AR" sz="2400" i="1" dirty="0">
                <a:ln w="11430"/>
                <a:latin typeface="Times New Roman" pitchFamily="18" charset="0"/>
              </a:rPr>
              <a:t>A</a:t>
            </a:r>
            <a:r>
              <a:rPr lang="es-AR" sz="2400" dirty="0">
                <a:ln w="11430"/>
                <a:latin typeface="Times New Roman" pitchFamily="18" charset="0"/>
              </a:rPr>
              <a:t> = {</a:t>
            </a:r>
            <a:r>
              <a:rPr lang="es-AR" sz="2400" i="1" dirty="0">
                <a:ln w="11430"/>
                <a:latin typeface="Times New Roman" pitchFamily="18" charset="0"/>
              </a:rPr>
              <a:t>A</a:t>
            </a:r>
            <a:r>
              <a:rPr lang="es-AR" sz="2400" baseline="-25000" dirty="0">
                <a:ln w="11430"/>
                <a:latin typeface="Times New Roman" pitchFamily="18" charset="0"/>
              </a:rPr>
              <a:t>1</a:t>
            </a:r>
            <a:r>
              <a:rPr lang="es-AR" sz="2400" dirty="0">
                <a:ln w="11430"/>
                <a:latin typeface="Times New Roman" pitchFamily="18" charset="0"/>
              </a:rPr>
              <a:t>, </a:t>
            </a:r>
            <a:r>
              <a:rPr lang="es-AR" sz="2400" i="1" dirty="0">
                <a:ln w="11430"/>
                <a:latin typeface="Times New Roman" pitchFamily="18" charset="0"/>
              </a:rPr>
              <a:t>A</a:t>
            </a:r>
            <a:r>
              <a:rPr lang="es-AR" sz="2400" baseline="-25000" dirty="0">
                <a:ln w="11430"/>
                <a:latin typeface="Times New Roman" pitchFamily="18" charset="0"/>
              </a:rPr>
              <a:t>2</a:t>
            </a:r>
            <a:r>
              <a:rPr lang="es-AR" sz="2400" dirty="0">
                <a:ln w="11430"/>
                <a:latin typeface="Times New Roman" pitchFamily="18" charset="0"/>
              </a:rPr>
              <a:t>, …, </a:t>
            </a:r>
            <a:r>
              <a:rPr lang="es-AR" sz="2400" i="1" dirty="0">
                <a:ln w="11430"/>
                <a:latin typeface="Times New Roman" pitchFamily="18" charset="0"/>
              </a:rPr>
              <a:t>A</a:t>
            </a:r>
            <a:r>
              <a:rPr lang="es-AR" sz="2400" baseline="-25000" dirty="0">
                <a:ln w="11430"/>
                <a:latin typeface="Times New Roman" pitchFamily="18" charset="0"/>
              </a:rPr>
              <a:t>|</a:t>
            </a:r>
            <a:r>
              <a:rPr lang="es-AR" sz="2400" i="1" baseline="-25000" dirty="0">
                <a:ln w="11430"/>
                <a:latin typeface="Times New Roman" pitchFamily="18" charset="0"/>
              </a:rPr>
              <a:t>A</a:t>
            </a:r>
            <a:r>
              <a:rPr lang="es-AR" sz="2400" baseline="-25000" dirty="0">
                <a:ln w="11430"/>
                <a:latin typeface="Times New Roman" pitchFamily="18" charset="0"/>
              </a:rPr>
              <a:t>|</a:t>
            </a:r>
            <a:r>
              <a:rPr lang="es-AR" sz="2400" dirty="0">
                <a:ln w="11430"/>
                <a:latin typeface="Times New Roman" pitchFamily="18" charset="0"/>
              </a:rPr>
              <a:t>}</a:t>
            </a:r>
          </a:p>
          <a:p>
            <a:pPr marL="0" indent="0" algn="just"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Y asociado a ellos un atributo más que es la clase a la que pertenece cada dato: </a:t>
            </a:r>
          </a:p>
          <a:p>
            <a:pPr marL="0" indent="0" algn="just" eaLnBrk="1" fontAlgn="auto" hangingPunct="1">
              <a:lnSpc>
                <a:spcPct val="90000"/>
              </a:lnSpc>
              <a:spcBef>
                <a:spcPts val="0"/>
              </a:spcBef>
              <a:spcAft>
                <a:spcPts val="1200"/>
              </a:spcAft>
              <a:buFontTx/>
              <a:buNone/>
              <a:defRPr/>
            </a:pPr>
            <a:r>
              <a:rPr lang="es-AR" sz="2400" i="1" dirty="0">
                <a:ln w="11430"/>
                <a:latin typeface="Times New Roman" pitchFamily="18" charset="0"/>
              </a:rPr>
              <a:t>C</a:t>
            </a:r>
            <a:r>
              <a:rPr lang="es-AR" sz="2400" dirty="0">
                <a:ln w="11430"/>
                <a:latin typeface="Times New Roman" pitchFamily="18" charset="0"/>
              </a:rPr>
              <a:t> = {</a:t>
            </a:r>
            <a:r>
              <a:rPr lang="es-AR" sz="2400" i="1" dirty="0">
                <a:ln w="11430"/>
                <a:latin typeface="Times New Roman" pitchFamily="18" charset="0"/>
              </a:rPr>
              <a:t>c</a:t>
            </a:r>
            <a:r>
              <a:rPr lang="es-AR" sz="2400" baseline="-25000" dirty="0">
                <a:ln w="11430"/>
                <a:latin typeface="Times New Roman" pitchFamily="18" charset="0"/>
              </a:rPr>
              <a:t>1</a:t>
            </a:r>
            <a:r>
              <a:rPr lang="es-AR" sz="2400" dirty="0">
                <a:ln w="11430"/>
                <a:latin typeface="Times New Roman" pitchFamily="18" charset="0"/>
              </a:rPr>
              <a:t>, </a:t>
            </a:r>
            <a:r>
              <a:rPr lang="es-AR" sz="2400" i="1" dirty="0">
                <a:ln w="11430"/>
                <a:latin typeface="Times New Roman" pitchFamily="18" charset="0"/>
              </a:rPr>
              <a:t>c</a:t>
            </a:r>
            <a:r>
              <a:rPr lang="es-AR" sz="2400" baseline="-25000" dirty="0">
                <a:ln w="11430"/>
                <a:latin typeface="Times New Roman" pitchFamily="18" charset="0"/>
              </a:rPr>
              <a:t>2</a:t>
            </a:r>
            <a:r>
              <a:rPr lang="es-AR" sz="2400" dirty="0">
                <a:ln w="11430"/>
                <a:latin typeface="Times New Roman" pitchFamily="18" charset="0"/>
              </a:rPr>
              <a:t>, …, </a:t>
            </a:r>
            <a:r>
              <a:rPr lang="es-AR" sz="2400" i="1" dirty="0" err="1">
                <a:ln w="11430"/>
                <a:latin typeface="Times New Roman" pitchFamily="18" charset="0"/>
              </a:rPr>
              <a:t>c</a:t>
            </a:r>
            <a:r>
              <a:rPr lang="es-AR" sz="2400" baseline="-25000" dirty="0" err="1">
                <a:ln w="11430"/>
                <a:latin typeface="Times New Roman" pitchFamily="18" charset="0"/>
              </a:rPr>
              <a:t>|</a:t>
            </a:r>
            <a:r>
              <a:rPr lang="es-AR" sz="2400" i="1" baseline="-25000" dirty="0" err="1">
                <a:ln w="11430"/>
                <a:latin typeface="Times New Roman" pitchFamily="18" charset="0"/>
              </a:rPr>
              <a:t>C</a:t>
            </a:r>
            <a:r>
              <a:rPr lang="es-AR" sz="2400" baseline="-25000" dirty="0">
                <a:ln w="11430"/>
                <a:latin typeface="Times New Roman" pitchFamily="18" charset="0"/>
              </a:rPr>
              <a:t>|</a:t>
            </a:r>
            <a:r>
              <a:rPr lang="es-AR" sz="2400" dirty="0">
                <a:ln w="11430"/>
                <a:latin typeface="Times New Roman" pitchFamily="18" charset="0"/>
              </a:rPr>
              <a:t>}</a:t>
            </a:r>
            <a:endParaRPr lang="es-AR" sz="2400" dirty="0">
              <a:ln w="11430"/>
              <a:solidFill>
                <a:srgbClr val="FFFF00"/>
              </a:solidFill>
              <a:latin typeface="Times New Roman" pitchFamily="18" charset="0"/>
            </a:endParaRPr>
          </a:p>
          <a:p>
            <a:pPr marL="0" indent="0" algn="just"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La idea fundamental es representar el conocimiento contenido en el conjunto de datos utilizando un modelo (un conjunto de reglas, un </a:t>
            </a:r>
            <a:r>
              <a:rPr lang="es-AR" sz="2400" dirty="0" err="1">
                <a:ln w="11430"/>
                <a:solidFill>
                  <a:srgbClr val="FFFF00"/>
                </a:solidFill>
                <a:latin typeface="Times New Roman" pitchFamily="18" charset="0"/>
              </a:rPr>
              <a:t>hiperplano</a:t>
            </a:r>
            <a:r>
              <a:rPr lang="es-AR" sz="2400" dirty="0">
                <a:ln w="11430"/>
                <a:solidFill>
                  <a:srgbClr val="FFFF00"/>
                </a:solidFill>
                <a:latin typeface="Times New Roman" pitchFamily="18" charset="0"/>
              </a:rPr>
              <a:t>, un árbol de decisión, </a:t>
            </a:r>
            <a:r>
              <a:rPr lang="es-AR" sz="2400" dirty="0" err="1">
                <a:ln w="11430"/>
                <a:solidFill>
                  <a:srgbClr val="FFFF00"/>
                </a:solidFill>
                <a:latin typeface="Times New Roman" pitchFamily="18" charset="0"/>
              </a:rPr>
              <a:t>etc</a:t>
            </a:r>
            <a:r>
              <a:rPr lang="es-AR" sz="2400" dirty="0">
                <a:ln w="11430"/>
                <a:solidFill>
                  <a:srgbClr val="FFFF00"/>
                </a:solidFill>
                <a:latin typeface="Times New Roman" pitchFamily="18" charset="0"/>
              </a:rPr>
              <a:t>).</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3</a:t>
            </a:fld>
            <a:endParaRPr lang="es-A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717171"/>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2" end="2"/>
                                            </p:txEl>
                                          </p:spTgt>
                                        </p:tgtEl>
                                        <p:attrNameLst>
                                          <p:attrName>ppt_c</p:attrName>
                                        </p:attrNameLst>
                                      </p:cBhvr>
                                      <p:to>
                                        <a:srgbClr val="717171"/>
                                      </p:to>
                                    </p:animClr>
                                  </p:subTnLst>
                                </p:cTn>
                              </p:par>
                              <p:par>
                                <p:cTn id="13" presetID="1" presetClass="entr" presetSubtype="0" fill="hold" grpId="0" nodeType="with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3" end="3"/>
                                            </p:txEl>
                                          </p:spTgt>
                                        </p:tgtEl>
                                        <p:attrNameLst>
                                          <p:attrName>ppt_c</p:attrName>
                                        </p:attrNameLst>
                                      </p:cBhvr>
                                      <p:to>
                                        <a:srgbClr val="717171"/>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4</a:t>
            </a:fld>
            <a:endParaRPr lang="es-AR"/>
          </a:p>
        </p:txBody>
      </p:sp>
      <p:pic>
        <p:nvPicPr>
          <p:cNvPr id="2050" name="Picture 2"/>
          <p:cNvPicPr>
            <a:picLocks noChangeAspect="1" noChangeArrowheads="1"/>
          </p:cNvPicPr>
          <p:nvPr/>
        </p:nvPicPr>
        <p:blipFill>
          <a:blip r:embed="rId2" cstate="print"/>
          <a:srcRect/>
          <a:stretch>
            <a:fillRect/>
          </a:stretch>
        </p:blipFill>
        <p:spPr bwMode="auto">
          <a:xfrm>
            <a:off x="1507951" y="627534"/>
            <a:ext cx="6088385" cy="4208810"/>
          </a:xfrm>
          <a:prstGeom prst="rect">
            <a:avLst/>
          </a:prstGeom>
          <a:noFill/>
          <a:ln w="9525">
            <a:noFill/>
            <a:miter lim="800000"/>
            <a:headEnd/>
            <a:tailEnd/>
          </a:ln>
        </p:spPr>
      </p:pic>
      <p:sp>
        <p:nvSpPr>
          <p:cNvPr id="2" name="CuadroTexto 1">
            <a:extLst>
              <a:ext uri="{FF2B5EF4-FFF2-40B4-BE49-F238E27FC236}">
                <a16:creationId xmlns:a16="http://schemas.microsoft.com/office/drawing/2014/main" id="{61C1BD2A-775B-B13B-6466-802A34E6F489}"/>
              </a:ext>
            </a:extLst>
          </p:cNvPr>
          <p:cNvSpPr txBox="1"/>
          <p:nvPr/>
        </p:nvSpPr>
        <p:spPr>
          <a:xfrm>
            <a:off x="2771800" y="4832112"/>
            <a:ext cx="5544616" cy="338554"/>
          </a:xfrm>
          <a:prstGeom prst="rect">
            <a:avLst/>
          </a:prstGeom>
          <a:noFill/>
        </p:spPr>
        <p:txBody>
          <a:bodyPr wrap="square" rtlCol="0">
            <a:spAutoFit/>
          </a:bodyPr>
          <a:lstStyle/>
          <a:p>
            <a:r>
              <a:rPr lang="es-AR" sz="1600" dirty="0" err="1"/>
              <a:t>Dataset</a:t>
            </a:r>
            <a:r>
              <a:rPr lang="es-AR" sz="1600" dirty="0"/>
              <a:t> de solicitudes de crédito en un banco.</a:t>
            </a:r>
          </a:p>
        </p:txBody>
      </p:sp>
    </p:spTree>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3660"/>
            <a:ext cx="8229600" cy="2573012"/>
          </a:xfrm>
        </p:spPr>
        <p:txBody>
          <a:bodyPr>
            <a:spAutoFit/>
          </a:bodyPr>
          <a:lstStyle/>
          <a:p>
            <a:pPr marL="0" indent="0" algn="just"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La </a:t>
            </a:r>
            <a:r>
              <a:rPr lang="es-AR" sz="2400" dirty="0" smtClean="0">
                <a:ln w="11430"/>
                <a:solidFill>
                  <a:srgbClr val="FFFF00"/>
                </a:solidFill>
                <a:latin typeface="Times New Roman" pitchFamily="18" charset="0"/>
              </a:rPr>
              <a:t>idea </a:t>
            </a:r>
            <a:r>
              <a:rPr lang="es-AR" sz="2400" dirty="0">
                <a:ln w="11430"/>
                <a:solidFill>
                  <a:srgbClr val="FFFF00"/>
                </a:solidFill>
                <a:latin typeface="Times New Roman" pitchFamily="18" charset="0"/>
              </a:rPr>
              <a:t>es muy simple, a partir de los datos </a:t>
            </a:r>
            <a:r>
              <a:rPr lang="es-AR" sz="2400" dirty="0" smtClean="0">
                <a:ln w="11430"/>
                <a:solidFill>
                  <a:srgbClr val="FFFF00"/>
                </a:solidFill>
                <a:latin typeface="Times New Roman" pitchFamily="18" charset="0"/>
              </a:rPr>
              <a:t>históricos (estadística) </a:t>
            </a:r>
            <a:r>
              <a:rPr lang="es-AR" sz="2400" dirty="0">
                <a:ln w="11430"/>
                <a:solidFill>
                  <a:srgbClr val="FFFF00"/>
                </a:solidFill>
                <a:latin typeface="Times New Roman" pitchFamily="18" charset="0"/>
              </a:rPr>
              <a:t>poder construir un modelo que, dada una nueva instancia, pueda predecir a qué clase pertenece (en el ejemplo de la solicitud de crédito, establecer si debería otorgársele o no).</a:t>
            </a:r>
            <a:endParaRPr lang="es-AR" sz="2400" dirty="0">
              <a:ln w="11430"/>
              <a:latin typeface="Times New Roman" pitchFamily="18" charset="0"/>
            </a:endParaRPr>
          </a:p>
          <a:p>
            <a:pPr marL="0" indent="0" algn="just"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Este tipo de actividad se conoce como </a:t>
            </a:r>
            <a:r>
              <a:rPr lang="es-AR" sz="2400" dirty="0">
                <a:ln w="11430"/>
                <a:latin typeface="Times New Roman" pitchFamily="18" charset="0"/>
              </a:rPr>
              <a:t>aprendizaje supervisado </a:t>
            </a:r>
            <a:r>
              <a:rPr lang="es-AR" sz="2400" dirty="0">
                <a:ln w="11430"/>
                <a:solidFill>
                  <a:srgbClr val="FFFF00"/>
                </a:solidFill>
                <a:latin typeface="Times New Roman" pitchFamily="18" charset="0"/>
              </a:rPr>
              <a:t>y está caracterizado porque los datos, utilizados en el aprendizaje, tienen </a:t>
            </a:r>
            <a:r>
              <a:rPr lang="es-AR" sz="2400" dirty="0" smtClean="0">
                <a:ln w="11430"/>
                <a:solidFill>
                  <a:srgbClr val="FFFF00"/>
                </a:solidFill>
                <a:latin typeface="Times New Roman" pitchFamily="18" charset="0"/>
              </a:rPr>
              <a:t>asociada </a:t>
            </a:r>
            <a:r>
              <a:rPr lang="es-AR" sz="2400" dirty="0">
                <a:ln w="11430"/>
                <a:solidFill>
                  <a:srgbClr val="FFFF00"/>
                </a:solidFill>
                <a:latin typeface="Times New Roman" pitchFamily="18" charset="0"/>
              </a:rPr>
              <a:t>la clase a la que pertenecen.</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5</a:t>
            </a:fld>
            <a:endParaRPr lang="es-A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3660"/>
            <a:ext cx="8229600" cy="3059299"/>
          </a:xfrm>
        </p:spPr>
        <p:txBody>
          <a:bodyPr>
            <a:spAutoFit/>
          </a:bodyPr>
          <a:lstStyle/>
          <a:p>
            <a:pPr marL="0" indent="0" algn="just"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Para la construcción de los modelos que permitan predecir casos futuros hay dos conjuntos derivados del </a:t>
            </a:r>
            <a:r>
              <a:rPr lang="es-AR" sz="2400" dirty="0" err="1">
                <a:ln w="11430"/>
                <a:solidFill>
                  <a:srgbClr val="FFFF00"/>
                </a:solidFill>
                <a:latin typeface="Times New Roman" pitchFamily="18" charset="0"/>
              </a:rPr>
              <a:t>dataset</a:t>
            </a:r>
            <a:r>
              <a:rPr lang="es-AR" sz="2400" dirty="0">
                <a:ln w="11430"/>
                <a:solidFill>
                  <a:srgbClr val="FFFF00"/>
                </a:solidFill>
                <a:latin typeface="Times New Roman" pitchFamily="18" charset="0"/>
              </a:rPr>
              <a:t> que son fundamentales: </a:t>
            </a:r>
            <a:r>
              <a:rPr lang="es-AR" sz="2400" dirty="0">
                <a:ln w="11430"/>
                <a:latin typeface="Times New Roman" pitchFamily="18" charset="0"/>
              </a:rPr>
              <a:t>el conjunto de entrenamiento y el conjunto de test.</a:t>
            </a:r>
          </a:p>
          <a:p>
            <a:pPr marL="0" indent="0" algn="just"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El conjunto de entrenamiento es el que se utiliza para definir el modelo, o sea el que se utiliza en el proceso de aprendizaje.</a:t>
            </a:r>
            <a:endParaRPr lang="es-AR" sz="2400" dirty="0">
              <a:ln w="11430"/>
              <a:latin typeface="Times New Roman" pitchFamily="18" charset="0"/>
            </a:endParaRPr>
          </a:p>
          <a:p>
            <a:pPr marL="0" indent="0" algn="just"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El conjunto de test (que contiene datos nunca vistos por el modelo) es el que sirve para evaluar su precisión.</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6</a:t>
            </a:fld>
            <a:endParaRPr lang="es-AR"/>
          </a:p>
        </p:txBody>
      </p:sp>
      <p:pic>
        <p:nvPicPr>
          <p:cNvPr id="3074" name="Picture 2"/>
          <p:cNvPicPr>
            <a:picLocks noChangeAspect="1" noChangeArrowheads="1"/>
          </p:cNvPicPr>
          <p:nvPr/>
        </p:nvPicPr>
        <p:blipFill>
          <a:blip r:embed="rId2" cstate="print"/>
          <a:srcRect/>
          <a:stretch>
            <a:fillRect/>
          </a:stretch>
        </p:blipFill>
        <p:spPr bwMode="auto">
          <a:xfrm>
            <a:off x="2267744" y="3995471"/>
            <a:ext cx="4608512" cy="880535"/>
          </a:xfrm>
          <a:prstGeom prst="rect">
            <a:avLst/>
          </a:prstGeom>
          <a:noFill/>
          <a:ln w="9525">
            <a:noFill/>
            <a:miter lim="800000"/>
            <a:headEnd/>
            <a:tailEnd/>
          </a:ln>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71717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3660"/>
            <a:ext cx="8229600" cy="3213187"/>
          </a:xfrm>
        </p:spPr>
        <p:txBody>
          <a:bodyPr>
            <a:spAutoFit/>
          </a:bodyPr>
          <a:lstStyle/>
          <a:p>
            <a:pPr marL="0" indent="0" algn="just" eaLnBrk="1" fontAlgn="auto" hangingPunct="1">
              <a:lnSpc>
                <a:spcPct val="90000"/>
              </a:lnSpc>
              <a:spcBef>
                <a:spcPts val="0"/>
              </a:spcBef>
              <a:spcAft>
                <a:spcPts val="1200"/>
              </a:spcAft>
              <a:buNone/>
              <a:defRPr/>
            </a:pPr>
            <a:r>
              <a:rPr lang="es-AR" sz="2400" dirty="0">
                <a:ln w="11430"/>
                <a:solidFill>
                  <a:srgbClr val="FFFF00"/>
                </a:solidFill>
                <a:latin typeface="Times New Roman" pitchFamily="18" charset="0"/>
              </a:rPr>
              <a:t>¿Qué es el aprendizaje en un sistema informático?</a:t>
            </a:r>
          </a:p>
          <a:p>
            <a:pPr marL="0" indent="0" algn="just" eaLnBrk="1" fontAlgn="auto" hangingPunct="1">
              <a:lnSpc>
                <a:spcPct val="90000"/>
              </a:lnSpc>
              <a:spcBef>
                <a:spcPts val="0"/>
              </a:spcBef>
              <a:spcAft>
                <a:spcPts val="1200"/>
              </a:spcAft>
              <a:buNone/>
              <a:defRPr/>
            </a:pPr>
            <a:r>
              <a:rPr lang="es-AR" sz="2400" dirty="0">
                <a:ln w="11430"/>
                <a:solidFill>
                  <a:srgbClr val="FFFF00"/>
                </a:solidFill>
                <a:latin typeface="Times New Roman" pitchFamily="18" charset="0"/>
              </a:rPr>
              <a:t>	El aprendizaje es un proceso que ayuda a un sistema informático a realizar una tarea con mejor rendimiento a que si lo hiciera sin realizar el aprendizaje previo.</a:t>
            </a:r>
          </a:p>
          <a:p>
            <a:pPr marL="0" indent="0" algn="just" eaLnBrk="1" fontAlgn="auto" hangingPunct="1">
              <a:lnSpc>
                <a:spcPct val="90000"/>
              </a:lnSpc>
              <a:spcBef>
                <a:spcPts val="0"/>
              </a:spcBef>
              <a:spcAft>
                <a:spcPts val="1200"/>
              </a:spcAft>
              <a:buNone/>
              <a:defRPr/>
            </a:pPr>
            <a:r>
              <a:rPr lang="es-AR" sz="2400" dirty="0">
                <a:ln w="11430"/>
                <a:solidFill>
                  <a:srgbClr val="FFFF00"/>
                </a:solidFill>
                <a:latin typeface="Times New Roman" pitchFamily="18" charset="0"/>
              </a:rPr>
              <a:t>¿Qué relación hay entre los conjuntos de entrenamiento y test?</a:t>
            </a:r>
          </a:p>
          <a:p>
            <a:pPr marL="0" indent="0" algn="just" eaLnBrk="1" fontAlgn="auto" hangingPunct="1">
              <a:lnSpc>
                <a:spcPct val="90000"/>
              </a:lnSpc>
              <a:spcBef>
                <a:spcPts val="0"/>
              </a:spcBef>
              <a:spcAft>
                <a:spcPts val="1200"/>
              </a:spcAft>
              <a:buNone/>
              <a:defRPr/>
            </a:pPr>
            <a:r>
              <a:rPr lang="es-AR" sz="2400" dirty="0">
                <a:ln w="11430"/>
                <a:solidFill>
                  <a:srgbClr val="FFFF00"/>
                </a:solidFill>
                <a:latin typeface="Times New Roman" pitchFamily="18" charset="0"/>
              </a:rPr>
              <a:t>	Los datos contenidos en el conjunto de entrenamiento deben ser lo más representativo posible de los datos del conjunto de prueba para lograr una buena medida de precisión.</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7</a:t>
            </a:fld>
            <a:endParaRPr lang="es-A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71717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2" end="2"/>
                                            </p:txEl>
                                          </p:spTgt>
                                        </p:tgtEl>
                                        <p:attrNameLst>
                                          <p:attrName>ppt_c</p:attrName>
                                        </p:attrNameLst>
                                      </p:cBhvr>
                                      <p:to>
                                        <a:srgbClr val="717171"/>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3" end="3"/>
                                            </p:txEl>
                                          </p:spTgt>
                                        </p:tgtEl>
                                        <p:attrNameLst>
                                          <p:attrName>ppt_c</p:attrName>
                                        </p:attrNameLst>
                                      </p:cBhvr>
                                      <p:to>
                                        <a:srgbClr val="71717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8</a:t>
            </a:fld>
            <a:endParaRPr lang="es-AR"/>
          </a:p>
        </p:txBody>
      </p:sp>
      <p:pic>
        <p:nvPicPr>
          <p:cNvPr id="2050" name="Picture 2"/>
          <p:cNvPicPr>
            <a:picLocks noChangeAspect="1" noChangeArrowheads="1"/>
          </p:cNvPicPr>
          <p:nvPr/>
        </p:nvPicPr>
        <p:blipFill>
          <a:blip r:embed="rId2" cstate="print"/>
          <a:srcRect/>
          <a:stretch>
            <a:fillRect/>
          </a:stretch>
        </p:blipFill>
        <p:spPr bwMode="auto">
          <a:xfrm>
            <a:off x="1507951" y="627534"/>
            <a:ext cx="6088385" cy="4208810"/>
          </a:xfrm>
          <a:prstGeom prst="rect">
            <a:avLst/>
          </a:prstGeom>
          <a:noFill/>
          <a:ln w="9525">
            <a:noFill/>
            <a:miter lim="800000"/>
            <a:headEnd/>
            <a:tailEnd/>
          </a:ln>
        </p:spPr>
      </p:pic>
      <p:sp>
        <p:nvSpPr>
          <p:cNvPr id="2" name="CuadroTexto 1">
            <a:extLst>
              <a:ext uri="{FF2B5EF4-FFF2-40B4-BE49-F238E27FC236}">
                <a16:creationId xmlns:a16="http://schemas.microsoft.com/office/drawing/2014/main" id="{61C1BD2A-775B-B13B-6466-802A34E6F489}"/>
              </a:ext>
            </a:extLst>
          </p:cNvPr>
          <p:cNvSpPr txBox="1"/>
          <p:nvPr/>
        </p:nvSpPr>
        <p:spPr>
          <a:xfrm>
            <a:off x="2771800" y="4832112"/>
            <a:ext cx="5544616" cy="338554"/>
          </a:xfrm>
          <a:prstGeom prst="rect">
            <a:avLst/>
          </a:prstGeom>
          <a:noFill/>
        </p:spPr>
        <p:txBody>
          <a:bodyPr wrap="square" rtlCol="0">
            <a:spAutoFit/>
          </a:bodyPr>
          <a:lstStyle/>
          <a:p>
            <a:r>
              <a:rPr lang="es-AR" sz="1600" dirty="0" err="1"/>
              <a:t>Dataset</a:t>
            </a:r>
            <a:r>
              <a:rPr lang="es-AR" sz="1600" dirty="0"/>
              <a:t> de solicitudes de crédito en un banco.</a:t>
            </a:r>
          </a:p>
        </p:txBody>
      </p:sp>
      <p:sp>
        <p:nvSpPr>
          <p:cNvPr id="8" name="Rectángulo 7">
            <a:extLst>
              <a:ext uri="{FF2B5EF4-FFF2-40B4-BE49-F238E27FC236}">
                <a16:creationId xmlns:a16="http://schemas.microsoft.com/office/drawing/2014/main" id="{D2BE96F3-DDB0-5111-8D25-E199E1267497}"/>
              </a:ext>
            </a:extLst>
          </p:cNvPr>
          <p:cNvSpPr/>
          <p:nvPr/>
        </p:nvSpPr>
        <p:spPr>
          <a:xfrm>
            <a:off x="1379348" y="1059581"/>
            <a:ext cx="6336704" cy="2454895"/>
          </a:xfrm>
          <a:prstGeom prst="rect">
            <a:avLst/>
          </a:prstGeom>
          <a:noFill/>
          <a:ln w="2540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Rectángulo 8">
            <a:extLst>
              <a:ext uri="{FF2B5EF4-FFF2-40B4-BE49-F238E27FC236}">
                <a16:creationId xmlns:a16="http://schemas.microsoft.com/office/drawing/2014/main" id="{D2BE96F3-DDB0-5111-8D25-E199E1267497}"/>
              </a:ext>
            </a:extLst>
          </p:cNvPr>
          <p:cNvSpPr/>
          <p:nvPr/>
        </p:nvSpPr>
        <p:spPr>
          <a:xfrm>
            <a:off x="1379348" y="3514476"/>
            <a:ext cx="6336704" cy="1256307"/>
          </a:xfrm>
          <a:prstGeom prst="rect">
            <a:avLst/>
          </a:prstGeom>
          <a:noFill/>
          <a:ln w="254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581224319"/>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3660"/>
            <a:ext cx="8229600" cy="757130"/>
          </a:xfrm>
        </p:spPr>
        <p:txBody>
          <a:bodyPr>
            <a:spAutoFit/>
          </a:bodyPr>
          <a:lstStyle/>
          <a:p>
            <a:pPr marL="0" indent="0" algn="just"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En resumen, el proceso de definición de un modelo preciso puede ser representado como:</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9</a:t>
            </a:fld>
            <a:endParaRPr lang="es-AR"/>
          </a:p>
        </p:txBody>
      </p:sp>
      <p:pic>
        <p:nvPicPr>
          <p:cNvPr id="4098" name="Picture 2"/>
          <p:cNvPicPr>
            <a:picLocks noChangeAspect="1" noChangeArrowheads="1"/>
          </p:cNvPicPr>
          <p:nvPr/>
        </p:nvPicPr>
        <p:blipFill>
          <a:blip r:embed="rId2" cstate="print"/>
          <a:srcRect/>
          <a:stretch>
            <a:fillRect/>
          </a:stretch>
        </p:blipFill>
        <p:spPr bwMode="auto">
          <a:xfrm>
            <a:off x="1343055" y="1851670"/>
            <a:ext cx="6800850" cy="1285875"/>
          </a:xfrm>
          <a:prstGeom prst="rect">
            <a:avLst/>
          </a:prstGeom>
          <a:noFill/>
          <a:ln w="9525">
            <a:noFill/>
            <a:miter lim="800000"/>
            <a:headEnd/>
            <a:tailEnd/>
          </a:ln>
        </p:spPr>
      </p:pic>
      <p:sp>
        <p:nvSpPr>
          <p:cNvPr id="4" name="CuadroTexto 3">
            <a:extLst>
              <a:ext uri="{FF2B5EF4-FFF2-40B4-BE49-F238E27FC236}">
                <a16:creationId xmlns:a16="http://schemas.microsoft.com/office/drawing/2014/main" id="{2085D54D-5185-2D35-0B47-EE6C23CE5E8A}"/>
              </a:ext>
            </a:extLst>
          </p:cNvPr>
          <p:cNvSpPr txBox="1"/>
          <p:nvPr/>
        </p:nvSpPr>
        <p:spPr>
          <a:xfrm>
            <a:off x="1835696" y="3228370"/>
            <a:ext cx="2592288" cy="400110"/>
          </a:xfrm>
          <a:prstGeom prst="rect">
            <a:avLst/>
          </a:prstGeom>
          <a:noFill/>
        </p:spPr>
        <p:txBody>
          <a:bodyPr wrap="square" rtlCol="0">
            <a:spAutoFit/>
          </a:bodyPr>
          <a:lstStyle/>
          <a:p>
            <a:r>
              <a:rPr lang="es-AR" sz="2000" dirty="0"/>
              <a:t>Fase de entrenamiento</a:t>
            </a:r>
          </a:p>
        </p:txBody>
      </p:sp>
      <p:sp>
        <p:nvSpPr>
          <p:cNvPr id="5" name="CuadroTexto 4">
            <a:extLst>
              <a:ext uri="{FF2B5EF4-FFF2-40B4-BE49-F238E27FC236}">
                <a16:creationId xmlns:a16="http://schemas.microsoft.com/office/drawing/2014/main" id="{DC22F427-689B-EDEE-9FB5-23C537534E62}"/>
              </a:ext>
            </a:extLst>
          </p:cNvPr>
          <p:cNvSpPr txBox="1"/>
          <p:nvPr/>
        </p:nvSpPr>
        <p:spPr>
          <a:xfrm>
            <a:off x="5551617" y="3233372"/>
            <a:ext cx="2592288" cy="400110"/>
          </a:xfrm>
          <a:prstGeom prst="rect">
            <a:avLst/>
          </a:prstGeom>
          <a:noFill/>
        </p:spPr>
        <p:txBody>
          <a:bodyPr wrap="square" rtlCol="0">
            <a:spAutoFit/>
          </a:bodyPr>
          <a:lstStyle/>
          <a:p>
            <a:r>
              <a:rPr lang="es-AR" sz="2000" dirty="0"/>
              <a:t>Fase de prueba</a:t>
            </a:r>
          </a:p>
        </p:txBody>
      </p:sp>
      <p:sp>
        <p:nvSpPr>
          <p:cNvPr id="2" name="Rectángulo 1">
            <a:extLst>
              <a:ext uri="{FF2B5EF4-FFF2-40B4-BE49-F238E27FC236}">
                <a16:creationId xmlns:a16="http://schemas.microsoft.com/office/drawing/2014/main" id="{D2BE96F3-DDB0-5111-8D25-E199E1267497}"/>
              </a:ext>
            </a:extLst>
          </p:cNvPr>
          <p:cNvSpPr/>
          <p:nvPr/>
        </p:nvSpPr>
        <p:spPr>
          <a:xfrm>
            <a:off x="1259632" y="1707654"/>
            <a:ext cx="3024336" cy="1920826"/>
          </a:xfrm>
          <a:prstGeom prst="rect">
            <a:avLst/>
          </a:prstGeom>
          <a:noFill/>
          <a:ln w="254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Rectángulo 2">
            <a:extLst>
              <a:ext uri="{FF2B5EF4-FFF2-40B4-BE49-F238E27FC236}">
                <a16:creationId xmlns:a16="http://schemas.microsoft.com/office/drawing/2014/main" id="{44CE832D-B3D9-E98E-A767-F51312EA8512}"/>
              </a:ext>
            </a:extLst>
          </p:cNvPr>
          <p:cNvSpPr/>
          <p:nvPr/>
        </p:nvSpPr>
        <p:spPr>
          <a:xfrm>
            <a:off x="5202992" y="1730311"/>
            <a:ext cx="3024336" cy="1920826"/>
          </a:xfrm>
          <a:prstGeom prst="rect">
            <a:avLst/>
          </a:prstGeom>
          <a:noFill/>
          <a:ln w="254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078934265"/>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P spid="4" grpId="0"/>
      <p:bldP spid="5" grpId="0"/>
      <p:bldP spid="2"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3724096"/>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Los árboles de decisión (</a:t>
            </a:r>
            <a:r>
              <a:rPr lang="es-AR" sz="2400" dirty="0" err="1">
                <a:ln w="11430"/>
                <a:solidFill>
                  <a:srgbClr val="FFFF00"/>
                </a:solidFill>
                <a:latin typeface="Times New Roman" pitchFamily="18" charset="0"/>
              </a:rPr>
              <a:t>decision</a:t>
            </a:r>
            <a:r>
              <a:rPr lang="es-AR" sz="2400" dirty="0">
                <a:ln w="11430"/>
                <a:solidFill>
                  <a:srgbClr val="FFFF00"/>
                </a:solidFill>
                <a:latin typeface="Times New Roman" pitchFamily="18" charset="0"/>
              </a:rPr>
              <a:t> </a:t>
            </a:r>
            <a:r>
              <a:rPr lang="es-AR" sz="2400" dirty="0" err="1">
                <a:ln w="11430"/>
                <a:solidFill>
                  <a:srgbClr val="FFFF00"/>
                </a:solidFill>
                <a:latin typeface="Times New Roman" pitchFamily="18" charset="0"/>
              </a:rPr>
              <a:t>tree</a:t>
            </a:r>
            <a:r>
              <a:rPr lang="es-AR" sz="2400" dirty="0">
                <a:ln w="11430"/>
                <a:solidFill>
                  <a:srgbClr val="FFFF00"/>
                </a:solidFill>
                <a:latin typeface="Times New Roman" pitchFamily="18" charset="0"/>
              </a:rPr>
              <a:t>) son uno de los modelos más utilizados y precisos para la clasificación de instancias utilizando aprendizaje supervisado. </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El algoritmo más representativo de árboles de decisión es C4.5 desarrollado por </a:t>
            </a:r>
            <a:r>
              <a:rPr lang="es-AR" sz="2400" dirty="0" err="1">
                <a:ln w="11430"/>
                <a:solidFill>
                  <a:srgbClr val="FFFF00"/>
                </a:solidFill>
                <a:latin typeface="Times New Roman" pitchFamily="18" charset="0"/>
              </a:rPr>
              <a:t>Quinlan</a:t>
            </a:r>
            <a:r>
              <a:rPr lang="es-AR" sz="2400" dirty="0">
                <a:ln w="11430"/>
                <a:solidFill>
                  <a:srgbClr val="FFFF00"/>
                </a:solidFill>
                <a:latin typeface="Times New Roman" pitchFamily="18" charset="0"/>
              </a:rPr>
              <a:t>.</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La idea de los árboles de decisión es simple, en una estructura jerárquica (con forma de árbol) se representan todos los posibles casos del conjunto de entrenamiento para luego, ante la presentación de una nueva instancia (no conocida), determinar a qué clase pertenece.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10</a:t>
            </a:fld>
            <a:endParaRPr lang="es-A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71717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11</a:t>
            </a:fld>
            <a:endParaRPr lang="es-AR"/>
          </a:p>
        </p:txBody>
      </p:sp>
      <p:pic>
        <p:nvPicPr>
          <p:cNvPr id="5122" name="Picture 2"/>
          <p:cNvPicPr>
            <a:picLocks noChangeAspect="1" noChangeArrowheads="1"/>
          </p:cNvPicPr>
          <p:nvPr/>
        </p:nvPicPr>
        <p:blipFill>
          <a:blip r:embed="rId3" cstate="print"/>
          <a:srcRect/>
          <a:stretch>
            <a:fillRect/>
          </a:stretch>
        </p:blipFill>
        <p:spPr bwMode="auto">
          <a:xfrm>
            <a:off x="539552" y="771550"/>
            <a:ext cx="7621770" cy="3096344"/>
          </a:xfrm>
          <a:prstGeom prst="rect">
            <a:avLst/>
          </a:prstGeom>
          <a:noFill/>
          <a:ln w="9525">
            <a:noFill/>
            <a:miter lim="800000"/>
            <a:headEnd/>
            <a:tailEnd/>
          </a:ln>
        </p:spPr>
      </p:pic>
      <p:pic>
        <p:nvPicPr>
          <p:cNvPr id="5123" name="Picture 3"/>
          <p:cNvPicPr>
            <a:picLocks noChangeAspect="1" noChangeArrowheads="1"/>
          </p:cNvPicPr>
          <p:nvPr/>
        </p:nvPicPr>
        <p:blipFill>
          <a:blip r:embed="rId4" cstate="print"/>
          <a:srcRect/>
          <a:stretch>
            <a:fillRect/>
          </a:stretch>
        </p:blipFill>
        <p:spPr bwMode="auto">
          <a:xfrm>
            <a:off x="539552" y="4144922"/>
            <a:ext cx="7335815" cy="720080"/>
          </a:xfrm>
          <a:prstGeom prst="rect">
            <a:avLst/>
          </a:prstGeom>
          <a:noFill/>
          <a:ln w="9525">
            <a:noFill/>
            <a:miter lim="800000"/>
            <a:headEnd/>
            <a:tailEnd/>
          </a:ln>
        </p:spPr>
      </p:pic>
      <p:sp>
        <p:nvSpPr>
          <p:cNvPr id="2" name="CuadroTexto 1">
            <a:extLst>
              <a:ext uri="{FF2B5EF4-FFF2-40B4-BE49-F238E27FC236}">
                <a16:creationId xmlns:a16="http://schemas.microsoft.com/office/drawing/2014/main" id="{37E20FD8-452C-3C15-90BC-AFBE0FFC09C5}"/>
              </a:ext>
            </a:extLst>
          </p:cNvPr>
          <p:cNvSpPr txBox="1"/>
          <p:nvPr/>
        </p:nvSpPr>
        <p:spPr>
          <a:xfrm>
            <a:off x="8172400" y="891986"/>
            <a:ext cx="803166" cy="523220"/>
          </a:xfrm>
          <a:prstGeom prst="rect">
            <a:avLst/>
          </a:prstGeom>
          <a:noFill/>
          <a:ln>
            <a:solidFill>
              <a:schemeClr val="tx1"/>
            </a:solidFill>
          </a:ln>
        </p:spPr>
        <p:txBody>
          <a:bodyPr wrap="square" rtlCol="0">
            <a:spAutoFit/>
          </a:bodyPr>
          <a:lstStyle/>
          <a:p>
            <a:r>
              <a:rPr lang="es-AR" sz="1400" dirty="0"/>
              <a:t>Nodo de decisión</a:t>
            </a:r>
          </a:p>
        </p:txBody>
      </p:sp>
      <p:sp>
        <p:nvSpPr>
          <p:cNvPr id="3" name="CuadroTexto 2">
            <a:extLst>
              <a:ext uri="{FF2B5EF4-FFF2-40B4-BE49-F238E27FC236}">
                <a16:creationId xmlns:a16="http://schemas.microsoft.com/office/drawing/2014/main" id="{3B844C05-49E9-F68B-2621-B805C3DE2C38}"/>
              </a:ext>
            </a:extLst>
          </p:cNvPr>
          <p:cNvSpPr txBox="1"/>
          <p:nvPr/>
        </p:nvSpPr>
        <p:spPr>
          <a:xfrm>
            <a:off x="8172400" y="3127367"/>
            <a:ext cx="803166" cy="523220"/>
          </a:xfrm>
          <a:prstGeom prst="rect">
            <a:avLst/>
          </a:prstGeom>
          <a:noFill/>
          <a:ln>
            <a:solidFill>
              <a:schemeClr val="tx1"/>
            </a:solidFill>
          </a:ln>
        </p:spPr>
        <p:txBody>
          <a:bodyPr wrap="square" rtlCol="0">
            <a:spAutoFit/>
          </a:bodyPr>
          <a:lstStyle/>
          <a:p>
            <a:pPr algn="ctr"/>
            <a:r>
              <a:rPr lang="es-AR" sz="1400" dirty="0"/>
              <a:t>Nodo</a:t>
            </a:r>
          </a:p>
          <a:p>
            <a:pPr algn="ctr"/>
            <a:r>
              <a:rPr lang="es-AR" sz="1400" dirty="0"/>
              <a:t>hoja</a:t>
            </a:r>
          </a:p>
        </p:txBody>
      </p:sp>
      <p:cxnSp>
        <p:nvCxnSpPr>
          <p:cNvPr id="5" name="Conector recto de flecha 4">
            <a:extLst>
              <a:ext uri="{FF2B5EF4-FFF2-40B4-BE49-F238E27FC236}">
                <a16:creationId xmlns:a16="http://schemas.microsoft.com/office/drawing/2014/main" id="{9AF474A6-FE0E-4A3F-1A77-8F1528E418BF}"/>
              </a:ext>
            </a:extLst>
          </p:cNvPr>
          <p:cNvCxnSpPr>
            <a:stCxn id="2" idx="1"/>
          </p:cNvCxnSpPr>
          <p:nvPr/>
        </p:nvCxnSpPr>
        <p:spPr>
          <a:xfrm flipH="1">
            <a:off x="4583078" y="1153596"/>
            <a:ext cx="358932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21A85F4C-3DA5-1174-6031-0456FBD069DA}"/>
              </a:ext>
            </a:extLst>
          </p:cNvPr>
          <p:cNvCxnSpPr>
            <a:cxnSpLocks/>
          </p:cNvCxnSpPr>
          <p:nvPr/>
        </p:nvCxnSpPr>
        <p:spPr>
          <a:xfrm flipH="1">
            <a:off x="7806728" y="3388977"/>
            <a:ext cx="63968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12</a:t>
            </a:fld>
            <a:endParaRPr lang="es-AR"/>
          </a:p>
        </p:txBody>
      </p:sp>
      <p:pic>
        <p:nvPicPr>
          <p:cNvPr id="2050" name="Picture 2"/>
          <p:cNvPicPr>
            <a:picLocks noChangeAspect="1" noChangeArrowheads="1"/>
          </p:cNvPicPr>
          <p:nvPr/>
        </p:nvPicPr>
        <p:blipFill>
          <a:blip r:embed="rId2" cstate="print"/>
          <a:srcRect/>
          <a:stretch>
            <a:fillRect/>
          </a:stretch>
        </p:blipFill>
        <p:spPr bwMode="auto">
          <a:xfrm>
            <a:off x="1507951" y="627534"/>
            <a:ext cx="6088385" cy="4208810"/>
          </a:xfrm>
          <a:prstGeom prst="rect">
            <a:avLst/>
          </a:prstGeom>
          <a:noFill/>
          <a:ln w="9525">
            <a:noFill/>
            <a:miter lim="800000"/>
            <a:headEnd/>
            <a:tailEnd/>
          </a:ln>
        </p:spPr>
      </p:pic>
      <p:sp>
        <p:nvSpPr>
          <p:cNvPr id="2" name="CuadroTexto 1">
            <a:extLst>
              <a:ext uri="{FF2B5EF4-FFF2-40B4-BE49-F238E27FC236}">
                <a16:creationId xmlns:a16="http://schemas.microsoft.com/office/drawing/2014/main" id="{61C1BD2A-775B-B13B-6466-802A34E6F489}"/>
              </a:ext>
            </a:extLst>
          </p:cNvPr>
          <p:cNvSpPr txBox="1"/>
          <p:nvPr/>
        </p:nvSpPr>
        <p:spPr>
          <a:xfrm>
            <a:off x="2771800" y="4832112"/>
            <a:ext cx="5544616" cy="338554"/>
          </a:xfrm>
          <a:prstGeom prst="rect">
            <a:avLst/>
          </a:prstGeom>
          <a:noFill/>
        </p:spPr>
        <p:txBody>
          <a:bodyPr wrap="square" rtlCol="0">
            <a:spAutoFit/>
          </a:bodyPr>
          <a:lstStyle/>
          <a:p>
            <a:r>
              <a:rPr lang="es-AR" sz="1600" dirty="0" err="1"/>
              <a:t>Dataset</a:t>
            </a:r>
            <a:r>
              <a:rPr lang="es-AR" sz="1600" dirty="0"/>
              <a:t> de solicitudes de crédito en un banco.</a:t>
            </a:r>
          </a:p>
        </p:txBody>
      </p:sp>
      <p:sp>
        <p:nvSpPr>
          <p:cNvPr id="8" name="Rectángulo 7">
            <a:extLst>
              <a:ext uri="{FF2B5EF4-FFF2-40B4-BE49-F238E27FC236}">
                <a16:creationId xmlns:a16="http://schemas.microsoft.com/office/drawing/2014/main" id="{D2BE96F3-DDB0-5111-8D25-E199E1267497}"/>
              </a:ext>
            </a:extLst>
          </p:cNvPr>
          <p:cNvSpPr/>
          <p:nvPr/>
        </p:nvSpPr>
        <p:spPr>
          <a:xfrm>
            <a:off x="1259632" y="1059582"/>
            <a:ext cx="6624736" cy="5040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Rectángulo 8">
            <a:extLst>
              <a:ext uri="{FF2B5EF4-FFF2-40B4-BE49-F238E27FC236}">
                <a16:creationId xmlns:a16="http://schemas.microsoft.com/office/drawing/2014/main" id="{D2BE96F3-DDB0-5111-8D25-E199E1267497}"/>
              </a:ext>
            </a:extLst>
          </p:cNvPr>
          <p:cNvSpPr/>
          <p:nvPr/>
        </p:nvSpPr>
        <p:spPr>
          <a:xfrm>
            <a:off x="1250488" y="2020824"/>
            <a:ext cx="6624736" cy="26207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110501309"/>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3059299"/>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Un árbol de decisión se construye </a:t>
            </a:r>
            <a:r>
              <a:rPr lang="es-AR" sz="2400" dirty="0">
                <a:ln w="11430"/>
                <a:latin typeface="Times New Roman" pitchFamily="18" charset="0"/>
              </a:rPr>
              <a:t>particionando</a:t>
            </a:r>
            <a:r>
              <a:rPr lang="es-AR" sz="2400" dirty="0">
                <a:ln w="11430"/>
                <a:solidFill>
                  <a:srgbClr val="FFFF00"/>
                </a:solidFill>
                <a:latin typeface="Times New Roman" pitchFamily="18" charset="0"/>
              </a:rPr>
              <a:t> el conjunto de entrenamiento de manera tal de encontrar subconjuntos lo más puros posibles. </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Un subconjunto puro (concepto clave) es aquel que contiene solo ejemplos de entrenamiento de una sola clase.</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Ahora bien, dado un conjunto de </a:t>
            </a:r>
            <a:br>
              <a:rPr lang="es-AR" sz="2400" dirty="0">
                <a:ln w="11430"/>
                <a:solidFill>
                  <a:srgbClr val="FFFF00"/>
                </a:solidFill>
                <a:latin typeface="Times New Roman" pitchFamily="18" charset="0"/>
              </a:rPr>
            </a:br>
            <a:r>
              <a:rPr lang="es-AR" sz="2400" dirty="0">
                <a:ln w="11430"/>
                <a:solidFill>
                  <a:srgbClr val="FFFF00"/>
                </a:solidFill>
                <a:latin typeface="Times New Roman" pitchFamily="18" charset="0"/>
              </a:rPr>
              <a:t>entrenamiento, existe solamente un </a:t>
            </a:r>
            <a:br>
              <a:rPr lang="es-AR" sz="2400" dirty="0">
                <a:ln w="11430"/>
                <a:solidFill>
                  <a:srgbClr val="FFFF00"/>
                </a:solidFill>
                <a:latin typeface="Times New Roman" pitchFamily="18" charset="0"/>
              </a:rPr>
            </a:br>
            <a:r>
              <a:rPr lang="es-AR" sz="2400" dirty="0">
                <a:ln w="11430"/>
                <a:solidFill>
                  <a:srgbClr val="FFFF00"/>
                </a:solidFill>
                <a:latin typeface="Times New Roman" pitchFamily="18" charset="0"/>
              </a:rPr>
              <a:t>único árbol que lo represente?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13</a:t>
            </a:fld>
            <a:endParaRPr lang="es-AR"/>
          </a:p>
        </p:txBody>
      </p:sp>
      <p:pic>
        <p:nvPicPr>
          <p:cNvPr id="6146" name="Picture 2"/>
          <p:cNvPicPr>
            <a:picLocks noChangeAspect="1" noChangeArrowheads="1"/>
          </p:cNvPicPr>
          <p:nvPr/>
        </p:nvPicPr>
        <p:blipFill>
          <a:blip r:embed="rId2" cstate="print"/>
          <a:srcRect/>
          <a:stretch>
            <a:fillRect/>
          </a:stretch>
        </p:blipFill>
        <p:spPr bwMode="auto">
          <a:xfrm>
            <a:off x="6228184" y="2695192"/>
            <a:ext cx="2520280" cy="2396838"/>
          </a:xfrm>
          <a:prstGeom prst="rect">
            <a:avLst/>
          </a:prstGeom>
          <a:noFill/>
          <a:ln w="9525">
            <a:noFill/>
            <a:miter lim="800000"/>
            <a:headEnd/>
            <a:tailEnd/>
          </a:ln>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71717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3213187"/>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Por cuestiones prácticas, los mejores árboles son aquellos más simples y </a:t>
            </a:r>
            <a:r>
              <a:rPr lang="es-AR" sz="2400" dirty="0" smtClean="0">
                <a:ln w="11430"/>
                <a:solidFill>
                  <a:srgbClr val="FFFF00"/>
                </a:solidFill>
                <a:latin typeface="Times New Roman" pitchFamily="18" charset="0"/>
              </a:rPr>
              <a:t>precisos </a:t>
            </a:r>
            <a:r>
              <a:rPr lang="es-AR" sz="2400" dirty="0">
                <a:ln w="11430"/>
                <a:solidFill>
                  <a:srgbClr val="FFFF00"/>
                </a:solidFill>
                <a:latin typeface="Times New Roman" pitchFamily="18" charset="0"/>
              </a:rPr>
              <a:t>posible. </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Por lo </a:t>
            </a:r>
            <a:r>
              <a:rPr lang="es-AR" sz="2400" dirty="0" smtClean="0">
                <a:ln w="11430"/>
                <a:solidFill>
                  <a:srgbClr val="FFFF00"/>
                </a:solidFill>
                <a:latin typeface="Times New Roman" pitchFamily="18" charset="0"/>
              </a:rPr>
              <a:t>general, </a:t>
            </a:r>
            <a:r>
              <a:rPr lang="es-AR" sz="2400" dirty="0">
                <a:ln w="11430"/>
                <a:solidFill>
                  <a:srgbClr val="FFFF00"/>
                </a:solidFill>
                <a:latin typeface="Times New Roman" pitchFamily="18" charset="0"/>
              </a:rPr>
              <a:t>un árbol simple es un árbol más preciso.</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Un árbol más simple es más fácil de comprender para los usuarios.</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Claramente, al no existir un único árbol para representar todo el conjunto de datos, se requiere algún tipo de heurística para determinar cuál es el más adecuado (simple y preciso).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14</a:t>
            </a:fld>
            <a:endParaRPr lang="es-A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71717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2" end="2"/>
                                            </p:txEl>
                                          </p:spTgt>
                                        </p:tgtEl>
                                        <p:attrNameLst>
                                          <p:attrName>ppt_c</p:attrName>
                                        </p:attrNameLst>
                                      </p:cBhvr>
                                      <p:to>
                                        <a:srgbClr val="717171"/>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51" y="627534"/>
            <a:ext cx="8229600" cy="424732"/>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Si bien en los casos de árboles que vimos: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15</a:t>
            </a:fld>
            <a:endParaRPr lang="es-AR"/>
          </a:p>
        </p:txBody>
      </p:sp>
      <p:sp>
        <p:nvSpPr>
          <p:cNvPr id="5" name="Rectangle 3"/>
          <p:cNvSpPr txBox="1">
            <a:spLocks noChangeArrowheads="1"/>
          </p:cNvSpPr>
          <p:nvPr/>
        </p:nvSpPr>
        <p:spPr bwMode="auto">
          <a:xfrm>
            <a:off x="395536" y="2931790"/>
            <a:ext cx="8748464" cy="22406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auto" latinLnBrk="0" hangingPunct="1">
              <a:lnSpc>
                <a:spcPct val="90000"/>
              </a:lnSpc>
              <a:spcBef>
                <a:spcPts val="0"/>
              </a:spcBef>
              <a:spcAft>
                <a:spcPts val="1200"/>
              </a:spcAft>
              <a:buClr>
                <a:schemeClr val="tx2"/>
              </a:buClr>
              <a:buSzPct val="95000"/>
              <a:buFontTx/>
              <a:buNone/>
              <a:tabLst/>
              <a:defRPr/>
            </a:pPr>
            <a:r>
              <a:rPr lang="es-AR" sz="2400" dirty="0">
                <a:ln w="11430"/>
                <a:solidFill>
                  <a:srgbClr val="FFFF00"/>
                </a:solidFill>
              </a:rPr>
              <a:t>todos los ejemplos que llegan (por un camino del árbol) a cada hoja son de la misma clase (es decir x = y para todo x/y), esto no suele ocurrir en la realidad.</a:t>
            </a:r>
            <a:endParaRPr kumimoji="0" lang="es-AR" sz="2400" b="0" i="0" u="none" strike="noStrike" kern="1200" cap="none" spc="0" normalizeH="0" baseline="0" noProof="0" dirty="0">
              <a:ln w="11430"/>
              <a:solidFill>
                <a:srgbClr val="FFFF00"/>
              </a:solidFill>
              <a:effectLst/>
              <a:uLnTx/>
              <a:uFillTx/>
              <a:latin typeface="Times New Roman" pitchFamily="18" charset="0"/>
              <a:ea typeface="+mn-ea"/>
              <a:cs typeface="+mn-cs"/>
            </a:endParaRPr>
          </a:p>
          <a:p>
            <a:pPr marL="0" marR="0" lvl="0" indent="0" algn="l" defTabSz="914400" rtl="0" eaLnBrk="1" fontAlgn="auto" latinLnBrk="0" hangingPunct="1">
              <a:lnSpc>
                <a:spcPct val="90000"/>
              </a:lnSpc>
              <a:spcBef>
                <a:spcPts val="0"/>
              </a:spcBef>
              <a:spcAft>
                <a:spcPts val="1200"/>
              </a:spcAft>
              <a:buClr>
                <a:schemeClr val="tx2"/>
              </a:buClr>
              <a:buSzPct val="95000"/>
              <a:buFontTx/>
              <a:buNone/>
              <a:tabLst/>
              <a:defRPr/>
            </a:pPr>
            <a:r>
              <a:rPr kumimoji="0" lang="es-AR" sz="2400" b="0" i="0" u="none" strike="noStrike" kern="1200" cap="none" spc="0" normalizeH="0" baseline="0" noProof="0" dirty="0">
                <a:ln w="11430"/>
                <a:solidFill>
                  <a:srgbClr val="FFFF00"/>
                </a:solidFill>
                <a:effectLst/>
                <a:uLnTx/>
                <a:uFillTx/>
                <a:latin typeface="Times New Roman" pitchFamily="18" charset="0"/>
                <a:ea typeface="+mn-ea"/>
                <a:cs typeface="+mn-cs"/>
              </a:rPr>
              <a:t>Por lo general x</a:t>
            </a:r>
            <a:r>
              <a:rPr kumimoji="0" lang="es-AR" sz="2400" b="0" i="0" u="none" strike="noStrike" kern="1200" cap="none" spc="0" normalizeH="0" noProof="0" dirty="0">
                <a:ln w="11430"/>
                <a:solidFill>
                  <a:srgbClr val="FFFF00"/>
                </a:solidFill>
                <a:effectLst/>
                <a:uLnTx/>
                <a:uFillTx/>
                <a:latin typeface="Times New Roman" pitchFamily="18" charset="0"/>
                <a:ea typeface="+mn-ea"/>
                <a:cs typeface="+mn-cs"/>
              </a:rPr>
              <a:t> &lt; y (no todos los ejemplos son de la misma clase), y el valor x/y representa la medida de </a:t>
            </a:r>
            <a:r>
              <a:rPr kumimoji="0" lang="es-AR" sz="2400" i="0" u="none" strike="noStrike" kern="1200" cap="none" spc="0" normalizeH="0" noProof="0" dirty="0">
                <a:ln w="11430"/>
                <a:effectLst/>
                <a:uLnTx/>
                <a:uFillTx/>
                <a:latin typeface="Times New Roman" pitchFamily="18" charset="0"/>
                <a:ea typeface="+mn-ea"/>
                <a:cs typeface="+mn-cs"/>
              </a:rPr>
              <a:t>confianza</a:t>
            </a:r>
            <a:r>
              <a:rPr kumimoji="0" lang="es-AR" sz="2400" b="0" i="0" u="none" strike="noStrike" kern="1200" cap="none" spc="0" normalizeH="0" noProof="0" dirty="0">
                <a:ln w="11430"/>
                <a:solidFill>
                  <a:srgbClr val="FFFF00"/>
                </a:solidFill>
                <a:effectLst/>
                <a:uLnTx/>
                <a:uFillTx/>
                <a:latin typeface="Times New Roman" pitchFamily="18" charset="0"/>
                <a:ea typeface="+mn-ea"/>
                <a:cs typeface="+mn-cs"/>
              </a:rPr>
              <a:t> visto en reglas de asociación (donde x es el conteo de soporte)</a:t>
            </a:r>
            <a:r>
              <a:rPr kumimoji="0" lang="es-AR" sz="2400" b="0" i="0" u="none" strike="noStrike" kern="1200" cap="none" spc="0" normalizeH="0" baseline="0" noProof="0" dirty="0">
                <a:ln w="11430"/>
                <a:solidFill>
                  <a:srgbClr val="FFFF00"/>
                </a:solidFill>
                <a:effectLst/>
                <a:uLnTx/>
                <a:uFillTx/>
                <a:latin typeface="Times New Roman" pitchFamily="18" charset="0"/>
                <a:ea typeface="+mn-ea"/>
                <a:cs typeface="+mn-cs"/>
              </a:rPr>
              <a:t>. </a:t>
            </a:r>
          </a:p>
        </p:txBody>
      </p:sp>
      <p:pic>
        <p:nvPicPr>
          <p:cNvPr id="10" name="Picture 2"/>
          <p:cNvPicPr>
            <a:picLocks noChangeAspect="1" noChangeArrowheads="1"/>
          </p:cNvPicPr>
          <p:nvPr/>
        </p:nvPicPr>
        <p:blipFill>
          <a:blip r:embed="rId2" cstate="print"/>
          <a:srcRect/>
          <a:stretch>
            <a:fillRect/>
          </a:stretch>
        </p:blipFill>
        <p:spPr bwMode="auto">
          <a:xfrm>
            <a:off x="1331640" y="1059582"/>
            <a:ext cx="4608512" cy="1872208"/>
          </a:xfrm>
          <a:prstGeom prst="rect">
            <a:avLst/>
          </a:prstGeom>
          <a:noFill/>
          <a:ln w="9525">
            <a:noFill/>
            <a:miter lim="800000"/>
            <a:headEnd/>
            <a:tailEnd/>
          </a:ln>
        </p:spPr>
      </p:pic>
      <p:pic>
        <p:nvPicPr>
          <p:cNvPr id="11" name="Picture 2"/>
          <p:cNvPicPr>
            <a:picLocks noChangeAspect="1" noChangeArrowheads="1"/>
          </p:cNvPicPr>
          <p:nvPr/>
        </p:nvPicPr>
        <p:blipFill>
          <a:blip r:embed="rId3" cstate="print"/>
          <a:srcRect/>
          <a:stretch>
            <a:fillRect/>
          </a:stretch>
        </p:blipFill>
        <p:spPr bwMode="auto">
          <a:xfrm>
            <a:off x="6546248" y="1059582"/>
            <a:ext cx="1968630" cy="1872207"/>
          </a:xfrm>
          <a:prstGeom prst="rect">
            <a:avLst/>
          </a:prstGeom>
          <a:noFill/>
          <a:ln w="9525">
            <a:noFill/>
            <a:miter lim="800000"/>
            <a:headEnd/>
            <a:tailEnd/>
          </a:ln>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P spid="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757130"/>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De hecho, un árbol de decisión puede convertirse en un conjunto de reglas si-entonces: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16</a:t>
            </a:fld>
            <a:endParaRPr lang="es-AR"/>
          </a:p>
        </p:txBody>
      </p:sp>
      <p:pic>
        <p:nvPicPr>
          <p:cNvPr id="8" name="Picture 2"/>
          <p:cNvPicPr>
            <a:picLocks noChangeAspect="1" noChangeArrowheads="1"/>
          </p:cNvPicPr>
          <p:nvPr/>
        </p:nvPicPr>
        <p:blipFill>
          <a:blip r:embed="rId2" cstate="print"/>
          <a:srcRect/>
          <a:stretch>
            <a:fillRect/>
          </a:stretch>
        </p:blipFill>
        <p:spPr bwMode="auto">
          <a:xfrm>
            <a:off x="3851920" y="1247979"/>
            <a:ext cx="2376264" cy="2259875"/>
          </a:xfrm>
          <a:prstGeom prst="rect">
            <a:avLst/>
          </a:prstGeom>
          <a:noFill/>
          <a:ln w="9525">
            <a:noFill/>
            <a:miter lim="800000"/>
            <a:headEnd/>
            <a:tailEnd/>
          </a:ln>
        </p:spPr>
      </p:pic>
      <p:pic>
        <p:nvPicPr>
          <p:cNvPr id="7170" name="Picture 2"/>
          <p:cNvPicPr>
            <a:picLocks noChangeAspect="1" noChangeArrowheads="1"/>
          </p:cNvPicPr>
          <p:nvPr/>
        </p:nvPicPr>
        <p:blipFill>
          <a:blip r:embed="rId3" cstate="print"/>
          <a:srcRect/>
          <a:stretch>
            <a:fillRect/>
          </a:stretch>
        </p:blipFill>
        <p:spPr bwMode="auto">
          <a:xfrm>
            <a:off x="696794" y="3651870"/>
            <a:ext cx="8123678" cy="1152128"/>
          </a:xfrm>
          <a:prstGeom prst="rect">
            <a:avLst/>
          </a:prstGeom>
          <a:noFill/>
          <a:ln w="9525">
            <a:noFill/>
            <a:miter lim="800000"/>
            <a:headEnd/>
            <a:tailEnd/>
          </a:ln>
        </p:spPr>
      </p:pic>
      <p:sp>
        <p:nvSpPr>
          <p:cNvPr id="2" name="Rectángulo 1"/>
          <p:cNvSpPr/>
          <p:nvPr/>
        </p:nvSpPr>
        <p:spPr>
          <a:xfrm>
            <a:off x="6444208" y="3679284"/>
            <a:ext cx="2376264" cy="108012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2"/>
                                        </p:tgtEl>
                                      </p:cBhvr>
                                    </p:animEffect>
                                    <p:set>
                                      <p:cBhvr>
                                        <p:cTn id="19"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P spid="2" grpId="0" animBg="1"/>
      <p:bldP spid="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17</a:t>
            </a:fld>
            <a:endParaRPr lang="es-AR"/>
          </a:p>
        </p:txBody>
      </p:sp>
      <p:pic>
        <p:nvPicPr>
          <p:cNvPr id="2050" name="Picture 2"/>
          <p:cNvPicPr>
            <a:picLocks noChangeAspect="1" noChangeArrowheads="1"/>
          </p:cNvPicPr>
          <p:nvPr/>
        </p:nvPicPr>
        <p:blipFill>
          <a:blip r:embed="rId2" cstate="print"/>
          <a:srcRect/>
          <a:stretch>
            <a:fillRect/>
          </a:stretch>
        </p:blipFill>
        <p:spPr bwMode="auto">
          <a:xfrm>
            <a:off x="1507951" y="627534"/>
            <a:ext cx="6448425" cy="4457700"/>
          </a:xfrm>
          <a:prstGeom prst="rect">
            <a:avLst/>
          </a:prstGeom>
          <a:noFill/>
          <a:ln w="9525">
            <a:noFill/>
            <a:miter lim="800000"/>
            <a:headEnd/>
            <a:tailEnd/>
          </a:ln>
        </p:spPr>
      </p:pic>
      <p:sp>
        <p:nvSpPr>
          <p:cNvPr id="5" name="Rectángulo 4">
            <a:extLst>
              <a:ext uri="{FF2B5EF4-FFF2-40B4-BE49-F238E27FC236}">
                <a16:creationId xmlns:a16="http://schemas.microsoft.com/office/drawing/2014/main" id="{D2BE96F3-DDB0-5111-8D25-E199E1267497}"/>
              </a:ext>
            </a:extLst>
          </p:cNvPr>
          <p:cNvSpPr/>
          <p:nvPr/>
        </p:nvSpPr>
        <p:spPr>
          <a:xfrm>
            <a:off x="1419795" y="2907792"/>
            <a:ext cx="6624736" cy="132014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Rectángulo 7">
            <a:extLst>
              <a:ext uri="{FF2B5EF4-FFF2-40B4-BE49-F238E27FC236}">
                <a16:creationId xmlns:a16="http://schemas.microsoft.com/office/drawing/2014/main" id="{D2BE96F3-DDB0-5111-8D25-E199E1267497}"/>
              </a:ext>
            </a:extLst>
          </p:cNvPr>
          <p:cNvSpPr/>
          <p:nvPr/>
        </p:nvSpPr>
        <p:spPr>
          <a:xfrm>
            <a:off x="1407267" y="1833382"/>
            <a:ext cx="6624736" cy="28803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1089529"/>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El problema es que utilizando árboles de decisión no se pueden encontrar todas las reglas </a:t>
            </a:r>
            <a:r>
              <a:rPr lang="es-AR" sz="2400" dirty="0" smtClean="0">
                <a:ln w="11430"/>
                <a:solidFill>
                  <a:srgbClr val="FFFF00"/>
                </a:solidFill>
                <a:latin typeface="Times New Roman" pitchFamily="18" charset="0"/>
              </a:rPr>
              <a:t> que se pueden extraer del </a:t>
            </a:r>
            <a:r>
              <a:rPr lang="es-AR" sz="2400" dirty="0">
                <a:ln w="11430"/>
                <a:solidFill>
                  <a:srgbClr val="FFFF00"/>
                </a:solidFill>
                <a:latin typeface="Times New Roman" pitchFamily="18" charset="0"/>
              </a:rPr>
              <a:t>conjunto de datos, por ejemplo: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18</a:t>
            </a:fld>
            <a:endParaRPr lang="es-AR"/>
          </a:p>
        </p:txBody>
      </p:sp>
      <p:pic>
        <p:nvPicPr>
          <p:cNvPr id="8" name="Picture 2"/>
          <p:cNvPicPr>
            <a:picLocks noChangeAspect="1" noChangeArrowheads="1"/>
          </p:cNvPicPr>
          <p:nvPr/>
        </p:nvPicPr>
        <p:blipFill>
          <a:blip r:embed="rId2" cstate="print"/>
          <a:srcRect/>
          <a:stretch>
            <a:fillRect/>
          </a:stretch>
        </p:blipFill>
        <p:spPr bwMode="auto">
          <a:xfrm>
            <a:off x="3275856" y="1921893"/>
            <a:ext cx="2376264" cy="2259875"/>
          </a:xfrm>
          <a:prstGeom prst="rect">
            <a:avLst/>
          </a:prstGeom>
          <a:noFill/>
          <a:ln w="9525">
            <a:noFill/>
            <a:miter lim="800000"/>
            <a:headEnd/>
            <a:tailEnd/>
          </a:ln>
        </p:spPr>
      </p:pic>
      <p:pic>
        <p:nvPicPr>
          <p:cNvPr id="8194" name="Picture 2"/>
          <p:cNvPicPr>
            <a:picLocks noChangeAspect="1" noChangeArrowheads="1"/>
          </p:cNvPicPr>
          <p:nvPr/>
        </p:nvPicPr>
        <p:blipFill>
          <a:blip r:embed="rId3" cstate="print"/>
          <a:srcRect/>
          <a:stretch>
            <a:fillRect/>
          </a:stretch>
        </p:blipFill>
        <p:spPr bwMode="auto">
          <a:xfrm>
            <a:off x="628680" y="4371950"/>
            <a:ext cx="8088899" cy="504056"/>
          </a:xfrm>
          <a:prstGeom prst="rect">
            <a:avLst/>
          </a:prstGeom>
          <a:noFill/>
          <a:ln w="9525">
            <a:noFill/>
            <a:miter lim="800000"/>
            <a:headEnd/>
            <a:tailEnd/>
          </a:ln>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4056495"/>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De esta manera se dice que los árboles de decisión encuentran solamente un subconjunto de reglas basadas en los datos, las cuales son suficientes para realizar una clasificación de los mismos (ese es su objetivo). </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Una propiedad importante de los árboles de decisión es que los caminos que se generan en el árbol son mutuamente excluyentes y exhaustivos. Es decir que los ejemplos de entrenamiento están cubiertos por un único camino y que no hay ejemplos sin cubrir.</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Ahora bien, encontrar el árbol más simple y preciso se vuelve un problema NP completo (</a:t>
            </a:r>
            <a:r>
              <a:rPr lang="es-AR" sz="2400" dirty="0" err="1">
                <a:ln w="11430"/>
                <a:solidFill>
                  <a:srgbClr val="FFFF00"/>
                </a:solidFill>
                <a:latin typeface="Times New Roman" pitchFamily="18" charset="0"/>
              </a:rPr>
              <a:t>Nondeterministic</a:t>
            </a:r>
            <a:r>
              <a:rPr lang="es-AR" sz="2400" dirty="0">
                <a:ln w="11430"/>
                <a:solidFill>
                  <a:srgbClr val="FFFF00"/>
                </a:solidFill>
                <a:latin typeface="Times New Roman" pitchFamily="18" charset="0"/>
              </a:rPr>
              <a:t> </a:t>
            </a:r>
            <a:r>
              <a:rPr lang="es-AR" sz="2400" dirty="0" err="1">
                <a:ln w="11430"/>
                <a:solidFill>
                  <a:srgbClr val="FFFF00"/>
                </a:solidFill>
                <a:latin typeface="Times New Roman" pitchFamily="18" charset="0"/>
              </a:rPr>
              <a:t>Polynomial</a:t>
            </a:r>
            <a:r>
              <a:rPr lang="es-AR" sz="2400" dirty="0">
                <a:ln w="11430"/>
                <a:solidFill>
                  <a:srgbClr val="FFFF00"/>
                </a:solidFill>
                <a:latin typeface="Times New Roman" pitchFamily="18" charset="0"/>
              </a:rPr>
              <a:t> time), por lo que necesariamente se requiere alguna heurística para tratarlo.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19</a:t>
            </a:fld>
            <a:endParaRPr lang="es-A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71717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3391698"/>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Un árbol de decisión simplemente particiona el conjunto de entrenamiento en subconjuntos disjuntos puros (donde todos los ejemplos son de la misma clase).</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La estrategia más utilizada en este tipo de algoritmos es divide y conquistarás que recursivamente produce particiones del conjunto de datos para construir el árbol.</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Como se mencionó, uno de los algoritmos más utilizado es el C4.5 desarrollado por </a:t>
            </a:r>
            <a:r>
              <a:rPr lang="es-AR" sz="2400" dirty="0" err="1">
                <a:ln w="11430"/>
                <a:solidFill>
                  <a:srgbClr val="FFFF00"/>
                </a:solidFill>
                <a:latin typeface="Times New Roman" pitchFamily="18" charset="0"/>
              </a:rPr>
              <a:t>Quinlan</a:t>
            </a:r>
            <a:r>
              <a:rPr lang="es-AR" sz="2400" dirty="0">
                <a:ln w="11430"/>
                <a:solidFill>
                  <a:srgbClr val="FFFF00"/>
                </a:solidFill>
                <a:latin typeface="Times New Roman" pitchFamily="18" charset="0"/>
              </a:rPr>
              <a:t> y asume que cada atributo toma valores discretos.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20</a:t>
            </a:fld>
            <a:endParaRPr lang="es-A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71717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Árboles</a:t>
            </a:r>
            <a:r>
              <a:rPr lang="en-US" sz="2800" b="1" cap="small" dirty="0">
                <a:solidFill>
                  <a:srgbClr val="00FF00"/>
                </a:solidFill>
              </a:rPr>
              <a:t> de </a:t>
            </a:r>
            <a:r>
              <a:rPr lang="en-US" sz="2800" b="1" cap="small" dirty="0" err="1">
                <a:solidFill>
                  <a:srgbClr val="00FF00"/>
                </a:solidFill>
              </a:rPr>
              <a:t>Decisión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21</a:t>
            </a:fld>
            <a:endParaRPr lang="es-AR"/>
          </a:p>
        </p:txBody>
      </p:sp>
      <p:pic>
        <p:nvPicPr>
          <p:cNvPr id="1026" name="Picture 2"/>
          <p:cNvPicPr>
            <a:picLocks noChangeAspect="1" noChangeArrowheads="1"/>
          </p:cNvPicPr>
          <p:nvPr/>
        </p:nvPicPr>
        <p:blipFill>
          <a:blip r:embed="rId2" cstate="print"/>
          <a:srcRect/>
          <a:stretch>
            <a:fillRect/>
          </a:stretch>
        </p:blipFill>
        <p:spPr bwMode="auto">
          <a:xfrm>
            <a:off x="2195736" y="627533"/>
            <a:ext cx="5040560" cy="4491523"/>
          </a:xfrm>
          <a:prstGeom prst="rect">
            <a:avLst/>
          </a:prstGeom>
          <a:noFill/>
          <a:ln w="9525">
            <a:noFill/>
            <a:miter lim="800000"/>
            <a:headEnd/>
            <a:tailEnd/>
          </a:ln>
        </p:spPr>
      </p:pic>
    </p:spTree>
  </p:cSld>
  <p:clrMapOvr>
    <a:masterClrMapping/>
  </p:clrMapOvr>
  <p:transition>
    <p:split orient="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2215991"/>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Claramente el éxito de la construcción de un árbol de decisión depende de las funciones:</a:t>
            </a:r>
          </a:p>
          <a:p>
            <a:pPr marL="0" indent="0" eaLnBrk="1" fontAlgn="auto" hangingPunct="1">
              <a:lnSpc>
                <a:spcPct val="90000"/>
              </a:lnSpc>
              <a:spcBef>
                <a:spcPts val="0"/>
              </a:spcBef>
              <a:spcAft>
                <a:spcPts val="1200"/>
              </a:spcAft>
              <a:buFontTx/>
              <a:buNone/>
              <a:defRPr/>
            </a:pPr>
            <a:r>
              <a:rPr lang="es-AR" sz="2400" dirty="0">
                <a:ln w="11430"/>
                <a:latin typeface="Times New Roman" pitchFamily="18" charset="0"/>
              </a:rPr>
              <a:t>impurityEval-1(</a:t>
            </a:r>
            <a:r>
              <a:rPr lang="es-AR" sz="2400" i="1" dirty="0">
                <a:ln w="11430"/>
                <a:latin typeface="Times New Roman" pitchFamily="18" charset="0"/>
              </a:rPr>
              <a:t>D</a:t>
            </a:r>
            <a:r>
              <a:rPr lang="es-AR" sz="2400" dirty="0">
                <a:ln w="11430"/>
                <a:latin typeface="Times New Roman" pitchFamily="18" charset="0"/>
              </a:rPr>
              <a:t>) </a:t>
            </a:r>
          </a:p>
          <a:p>
            <a:pPr marL="0" indent="0" eaLnBrk="1" fontAlgn="auto" hangingPunct="1">
              <a:lnSpc>
                <a:spcPct val="90000"/>
              </a:lnSpc>
              <a:spcBef>
                <a:spcPts val="0"/>
              </a:spcBef>
              <a:spcAft>
                <a:spcPts val="1200"/>
              </a:spcAft>
              <a:buFontTx/>
              <a:buNone/>
              <a:defRPr/>
            </a:pPr>
            <a:r>
              <a:rPr lang="es-AR" sz="2400" dirty="0">
                <a:ln w="11430"/>
                <a:latin typeface="Times New Roman" pitchFamily="18" charset="0"/>
              </a:rPr>
              <a:t>impurityEval-2(</a:t>
            </a:r>
            <a:r>
              <a:rPr lang="es-AR" sz="2400" i="1" dirty="0" err="1">
                <a:ln w="11430"/>
                <a:latin typeface="Times New Roman" pitchFamily="18" charset="0"/>
              </a:rPr>
              <a:t>D</a:t>
            </a:r>
            <a:r>
              <a:rPr lang="es-AR" sz="2400" dirty="0" err="1">
                <a:ln w="11430"/>
                <a:latin typeface="Times New Roman" pitchFamily="18" charset="0"/>
              </a:rPr>
              <a:t>,</a:t>
            </a:r>
            <a:r>
              <a:rPr lang="es-AR" sz="2400" i="1" dirty="0" err="1">
                <a:ln w="11430"/>
                <a:latin typeface="Times New Roman" pitchFamily="18" charset="0"/>
              </a:rPr>
              <a:t>A</a:t>
            </a:r>
            <a:r>
              <a:rPr lang="es-AR" sz="2400" i="1" baseline="-25000" dirty="0" err="1">
                <a:ln w="11430"/>
                <a:latin typeface="Times New Roman" pitchFamily="18" charset="0"/>
              </a:rPr>
              <a:t>i</a:t>
            </a:r>
            <a:r>
              <a:rPr lang="es-AR" sz="2400" dirty="0">
                <a:ln w="11430"/>
                <a:latin typeface="Times New Roman" pitchFamily="18" charset="0"/>
              </a:rPr>
              <a:t>)</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Considerando estos dos árboles, cuál contiene más impureza?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Ganancia</a:t>
            </a:r>
            <a:r>
              <a:rPr lang="en-US" sz="2800" b="1" cap="small" dirty="0">
                <a:solidFill>
                  <a:srgbClr val="00FF00"/>
                </a:solidFill>
              </a:rPr>
              <a:t> de </a:t>
            </a:r>
            <a:r>
              <a:rPr lang="en-US" sz="2800" b="1" cap="small" dirty="0" err="1">
                <a:solidFill>
                  <a:srgbClr val="00FF00"/>
                </a:solidFill>
              </a:rPr>
              <a:t>Información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22</a:t>
            </a:fld>
            <a:endParaRPr lang="es-AR"/>
          </a:p>
        </p:txBody>
      </p:sp>
      <p:pic>
        <p:nvPicPr>
          <p:cNvPr id="9218" name="Picture 2"/>
          <p:cNvPicPr>
            <a:picLocks noChangeAspect="1" noChangeArrowheads="1"/>
          </p:cNvPicPr>
          <p:nvPr/>
        </p:nvPicPr>
        <p:blipFill>
          <a:blip r:embed="rId2" cstate="print"/>
          <a:srcRect/>
          <a:stretch>
            <a:fillRect/>
          </a:stretch>
        </p:blipFill>
        <p:spPr bwMode="auto">
          <a:xfrm>
            <a:off x="1259632" y="2966991"/>
            <a:ext cx="6696744" cy="2125039"/>
          </a:xfrm>
          <a:prstGeom prst="rect">
            <a:avLst/>
          </a:prstGeom>
          <a:noFill/>
          <a:ln w="9525">
            <a:noFill/>
            <a:miter lim="800000"/>
            <a:headEnd/>
            <a:tailEnd/>
          </a:ln>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717171"/>
                                      </p:to>
                                    </p:animClr>
                                  </p:sub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717171"/>
                                      </p:to>
                                    </p:animClr>
                                  </p:sub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2" end="2"/>
                                            </p:txEl>
                                          </p:spTgt>
                                        </p:tgtEl>
                                        <p:attrNameLst>
                                          <p:attrName>ppt_c</p:attrName>
                                        </p:attrNameLst>
                                      </p:cBhvr>
                                      <p:to>
                                        <a:srgbClr val="71717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1908215"/>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Dos de las funciones de impureza más utilizadas en árboles de decisión son la Ganancia de Información (</a:t>
            </a:r>
            <a:r>
              <a:rPr lang="es-AR" sz="2400" dirty="0" err="1">
                <a:ln w="11430"/>
                <a:latin typeface="Times New Roman" pitchFamily="18" charset="0"/>
              </a:rPr>
              <a:t>Information</a:t>
            </a:r>
            <a:r>
              <a:rPr lang="es-AR" sz="2400" dirty="0">
                <a:ln w="11430"/>
                <a:latin typeface="Times New Roman" pitchFamily="18" charset="0"/>
              </a:rPr>
              <a:t> </a:t>
            </a:r>
            <a:r>
              <a:rPr lang="es-AR" sz="2400" dirty="0" err="1">
                <a:ln w="11430"/>
                <a:latin typeface="Times New Roman" pitchFamily="18" charset="0"/>
              </a:rPr>
              <a:t>Gain</a:t>
            </a:r>
            <a:r>
              <a:rPr lang="es-AR" sz="2400" dirty="0">
                <a:ln w="11430"/>
                <a:solidFill>
                  <a:srgbClr val="FFFF00"/>
                </a:solidFill>
                <a:latin typeface="Times New Roman" pitchFamily="18" charset="0"/>
              </a:rPr>
              <a:t>) y la Tasa de Ganancia de Información (</a:t>
            </a:r>
            <a:r>
              <a:rPr lang="es-AR" sz="2400" dirty="0" err="1">
                <a:ln w="11430"/>
                <a:latin typeface="Times New Roman" pitchFamily="18" charset="0"/>
              </a:rPr>
              <a:t>Information</a:t>
            </a:r>
            <a:r>
              <a:rPr lang="es-AR" sz="2400" dirty="0">
                <a:ln w="11430"/>
                <a:latin typeface="Times New Roman" pitchFamily="18" charset="0"/>
              </a:rPr>
              <a:t> </a:t>
            </a:r>
            <a:r>
              <a:rPr lang="es-AR" sz="2400" dirty="0" err="1">
                <a:ln w="11430"/>
                <a:latin typeface="Times New Roman" pitchFamily="18" charset="0"/>
              </a:rPr>
              <a:t>Gain</a:t>
            </a:r>
            <a:r>
              <a:rPr lang="es-AR" sz="2400" dirty="0">
                <a:ln w="11430"/>
                <a:latin typeface="Times New Roman" pitchFamily="18" charset="0"/>
              </a:rPr>
              <a:t> Ratio</a:t>
            </a:r>
            <a:r>
              <a:rPr lang="es-AR" sz="2400" dirty="0">
                <a:ln w="11430"/>
                <a:solidFill>
                  <a:srgbClr val="FFFF00"/>
                </a:solidFill>
                <a:latin typeface="Times New Roman" pitchFamily="18" charset="0"/>
              </a:rPr>
              <a:t>).</a:t>
            </a:r>
          </a:p>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Ambas están basadas en la función de </a:t>
            </a:r>
            <a:r>
              <a:rPr lang="es-AR" sz="2400" b="1" dirty="0">
                <a:ln w="11430"/>
                <a:solidFill>
                  <a:srgbClr val="FFFF00"/>
                </a:solidFill>
                <a:latin typeface="Times New Roman" pitchFamily="18" charset="0"/>
              </a:rPr>
              <a:t>entropía</a:t>
            </a:r>
            <a:r>
              <a:rPr lang="es-AR" sz="2400" dirty="0">
                <a:ln w="11430"/>
                <a:solidFill>
                  <a:srgbClr val="FFFF00"/>
                </a:solidFill>
                <a:latin typeface="Times New Roman" pitchFamily="18" charset="0"/>
              </a:rPr>
              <a:t>, extraída de la teoría de la información : </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Ganancia</a:t>
            </a:r>
            <a:r>
              <a:rPr lang="en-US" sz="2800" b="1" cap="small" dirty="0">
                <a:solidFill>
                  <a:srgbClr val="00FF00"/>
                </a:solidFill>
              </a:rPr>
              <a:t> de </a:t>
            </a:r>
            <a:r>
              <a:rPr lang="en-US" sz="2800" b="1" cap="small" dirty="0" err="1">
                <a:solidFill>
                  <a:srgbClr val="00FF00"/>
                </a:solidFill>
              </a:rPr>
              <a:t>Información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23</a:t>
            </a:fld>
            <a:endParaRPr lang="es-AR"/>
          </a:p>
        </p:txBody>
      </p:sp>
      <p:pic>
        <p:nvPicPr>
          <p:cNvPr id="9" name="Picture 4"/>
          <p:cNvPicPr>
            <a:picLocks noChangeAspect="1" noChangeArrowheads="1"/>
          </p:cNvPicPr>
          <p:nvPr/>
        </p:nvPicPr>
        <p:blipFill>
          <a:blip r:embed="rId2" cstate="print"/>
          <a:srcRect l="26813" t="25244" r="23834" b="42073"/>
          <a:stretch>
            <a:fillRect/>
          </a:stretch>
        </p:blipFill>
        <p:spPr bwMode="auto">
          <a:xfrm>
            <a:off x="5793104" y="2451947"/>
            <a:ext cx="2701280" cy="2532450"/>
          </a:xfrm>
          <a:prstGeom prst="rect">
            <a:avLst/>
          </a:prstGeom>
          <a:noFill/>
          <a:ln w="12700">
            <a:noFill/>
            <a:miter lim="800000"/>
            <a:headEnd type="none" w="sm" len="sm"/>
            <a:tailEnd type="none" w="sm" len="sm"/>
          </a:ln>
          <a:effectLst/>
        </p:spPr>
      </p:pic>
      <p:pic>
        <p:nvPicPr>
          <p:cNvPr id="10242" name="Picture 2"/>
          <p:cNvPicPr>
            <a:picLocks noChangeAspect="1" noChangeArrowheads="1"/>
          </p:cNvPicPr>
          <p:nvPr/>
        </p:nvPicPr>
        <p:blipFill>
          <a:blip r:embed="rId3" cstate="print"/>
          <a:srcRect/>
          <a:stretch>
            <a:fillRect/>
          </a:stretch>
        </p:blipFill>
        <p:spPr bwMode="auto">
          <a:xfrm>
            <a:off x="755575" y="2787774"/>
            <a:ext cx="4612277" cy="2016224"/>
          </a:xfrm>
          <a:prstGeom prst="rect">
            <a:avLst/>
          </a:prstGeom>
          <a:noFill/>
          <a:ln w="9525">
            <a:noFill/>
            <a:miter lim="800000"/>
            <a:headEnd/>
            <a:tailEnd/>
          </a:ln>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757130"/>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Entonces, primero se calcula la entropía de todo el conjunto de datos: </a:t>
            </a:r>
            <a:r>
              <a:rPr lang="es-AR" sz="2400" dirty="0">
                <a:ln w="11430"/>
                <a:latin typeface="Times New Roman" pitchFamily="18" charset="0"/>
              </a:rPr>
              <a:t>impurtyEval-1(</a:t>
            </a:r>
            <a:r>
              <a:rPr lang="es-AR" sz="2400" i="1" dirty="0">
                <a:ln w="11430"/>
                <a:latin typeface="Times New Roman" pitchFamily="18" charset="0"/>
              </a:rPr>
              <a:t>D</a:t>
            </a:r>
            <a:r>
              <a:rPr lang="es-AR" sz="2400" dirty="0">
                <a:ln w="11430"/>
                <a:latin typeface="Times New Roman" pitchFamily="18" charset="0"/>
              </a:rPr>
              <a:t>)</a:t>
            </a: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Ganancia</a:t>
            </a:r>
            <a:r>
              <a:rPr lang="en-US" sz="2800" b="1" cap="small" dirty="0">
                <a:solidFill>
                  <a:srgbClr val="00FF00"/>
                </a:solidFill>
              </a:rPr>
              <a:t> de </a:t>
            </a:r>
            <a:r>
              <a:rPr lang="en-US" sz="2800" b="1" cap="small" dirty="0" err="1">
                <a:solidFill>
                  <a:srgbClr val="00FF00"/>
                </a:solidFill>
              </a:rPr>
              <a:t>Información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24</a:t>
            </a:fld>
            <a:endParaRPr lang="es-AR"/>
          </a:p>
        </p:txBody>
      </p:sp>
      <p:sp>
        <p:nvSpPr>
          <p:cNvPr id="11" name="Rectangle 3"/>
          <p:cNvSpPr txBox="1">
            <a:spLocks noChangeArrowheads="1"/>
          </p:cNvSpPr>
          <p:nvPr/>
        </p:nvSpPr>
        <p:spPr bwMode="auto">
          <a:xfrm>
            <a:off x="662880" y="2832720"/>
            <a:ext cx="8229600" cy="7571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auto" latinLnBrk="0" hangingPunct="1">
              <a:lnSpc>
                <a:spcPct val="90000"/>
              </a:lnSpc>
              <a:spcBef>
                <a:spcPts val="0"/>
              </a:spcBef>
              <a:spcAft>
                <a:spcPts val="1200"/>
              </a:spcAft>
              <a:buClr>
                <a:schemeClr val="tx2"/>
              </a:buClr>
              <a:buSzPct val="95000"/>
              <a:buFontTx/>
              <a:buNone/>
              <a:tabLst/>
              <a:defRPr/>
            </a:pPr>
            <a:r>
              <a:rPr kumimoji="0" lang="es-AR" sz="2400" b="0" i="0" u="none" strike="noStrike" kern="1200" cap="none" spc="0" normalizeH="0" baseline="0" noProof="0" dirty="0">
                <a:ln w="11430"/>
                <a:solidFill>
                  <a:srgbClr val="FFFF00"/>
                </a:solidFill>
                <a:effectLst/>
                <a:uLnTx/>
                <a:uFillTx/>
                <a:latin typeface="Times New Roman" pitchFamily="18" charset="0"/>
                <a:ea typeface="+mn-ea"/>
                <a:cs typeface="+mn-cs"/>
              </a:rPr>
              <a:t>Luego, se calcula la entropía de cada</a:t>
            </a:r>
            <a:r>
              <a:rPr kumimoji="0" lang="es-AR" sz="2400" b="0" i="0" u="none" strike="noStrike" kern="1200" cap="none" spc="0" normalizeH="0" noProof="0" dirty="0">
                <a:ln w="11430"/>
                <a:solidFill>
                  <a:srgbClr val="FFFF00"/>
                </a:solidFill>
                <a:effectLst/>
                <a:uLnTx/>
                <a:uFillTx/>
                <a:latin typeface="Times New Roman" pitchFamily="18" charset="0"/>
                <a:ea typeface="+mn-ea"/>
                <a:cs typeface="+mn-cs"/>
              </a:rPr>
              <a:t> subconjunto </a:t>
            </a:r>
            <a:r>
              <a:rPr kumimoji="0" lang="es-AR" sz="2400" b="0" i="0" u="none" strike="noStrike" kern="1200" cap="none" spc="0" normalizeH="0" baseline="0" noProof="0" dirty="0">
                <a:ln w="11430"/>
                <a:solidFill>
                  <a:srgbClr val="FFFF00"/>
                </a:solidFill>
                <a:effectLst/>
                <a:uLnTx/>
                <a:uFillTx/>
                <a:latin typeface="Times New Roman" pitchFamily="18" charset="0"/>
                <a:ea typeface="+mn-ea"/>
                <a:cs typeface="+mn-cs"/>
              </a:rPr>
              <a:t>de datos: </a:t>
            </a:r>
            <a:r>
              <a:rPr kumimoji="0" lang="es-AR" sz="2400" b="0" i="0" u="none" strike="noStrike" kern="1200" cap="none" spc="0" normalizeH="0" baseline="0" noProof="0" dirty="0">
                <a:ln w="11430"/>
                <a:solidFill>
                  <a:schemeClr val="tx1"/>
                </a:solidFill>
                <a:effectLst/>
                <a:uLnTx/>
                <a:uFillTx/>
                <a:latin typeface="Times New Roman" pitchFamily="18" charset="0"/>
                <a:ea typeface="+mn-ea"/>
                <a:cs typeface="+mn-cs"/>
              </a:rPr>
              <a:t>impurtyEval-2(</a:t>
            </a:r>
            <a:r>
              <a:rPr kumimoji="0" lang="es-AR" sz="2400" b="0" i="1" u="none" strike="noStrike" kern="1200" cap="none" spc="0" normalizeH="0" baseline="0" noProof="0" dirty="0" err="1">
                <a:ln w="11430"/>
                <a:solidFill>
                  <a:schemeClr val="tx1"/>
                </a:solidFill>
                <a:effectLst/>
                <a:uLnTx/>
                <a:uFillTx/>
                <a:latin typeface="Times New Roman" pitchFamily="18" charset="0"/>
                <a:ea typeface="+mn-ea"/>
                <a:cs typeface="+mn-cs"/>
              </a:rPr>
              <a:t>D,A</a:t>
            </a:r>
            <a:r>
              <a:rPr kumimoji="0" lang="es-AR" sz="2400" b="0" i="1" u="none" strike="noStrike" kern="1200" cap="none" spc="0" normalizeH="0" baseline="-25000" noProof="0" dirty="0" err="1">
                <a:ln w="11430"/>
                <a:solidFill>
                  <a:schemeClr val="tx1"/>
                </a:solidFill>
                <a:effectLst/>
                <a:uLnTx/>
                <a:uFillTx/>
                <a:latin typeface="Times New Roman" pitchFamily="18" charset="0"/>
                <a:ea typeface="+mn-ea"/>
                <a:cs typeface="+mn-cs"/>
              </a:rPr>
              <a:t>i</a:t>
            </a:r>
            <a:r>
              <a:rPr kumimoji="0" lang="es-AR" sz="2400" b="0" i="0" u="none" strike="noStrike" kern="1200" cap="none" spc="0" normalizeH="0" baseline="0" noProof="0" dirty="0">
                <a:ln w="11430"/>
                <a:solidFill>
                  <a:schemeClr val="tx1"/>
                </a:solidFill>
                <a:effectLst/>
                <a:uLnTx/>
                <a:uFillTx/>
                <a:latin typeface="Times New Roman" pitchFamily="18" charset="0"/>
                <a:ea typeface="+mn-ea"/>
                <a:cs typeface="+mn-cs"/>
              </a:rPr>
              <a:t>)</a:t>
            </a:r>
          </a:p>
        </p:txBody>
      </p:sp>
      <p:pic>
        <p:nvPicPr>
          <p:cNvPr id="11266" name="Picture 2"/>
          <p:cNvPicPr>
            <a:picLocks noChangeAspect="1" noChangeArrowheads="1"/>
          </p:cNvPicPr>
          <p:nvPr/>
        </p:nvPicPr>
        <p:blipFill>
          <a:blip r:embed="rId2" cstate="print"/>
          <a:srcRect/>
          <a:stretch>
            <a:fillRect/>
          </a:stretch>
        </p:blipFill>
        <p:spPr bwMode="auto">
          <a:xfrm>
            <a:off x="755576" y="3624807"/>
            <a:ext cx="4790694" cy="1035175"/>
          </a:xfrm>
          <a:prstGeom prst="rect">
            <a:avLst/>
          </a:prstGeom>
          <a:noFill/>
          <a:ln w="9525">
            <a:noFill/>
            <a:miter lim="800000"/>
            <a:headEnd/>
            <a:tailEnd/>
          </a:ln>
        </p:spPr>
      </p:pic>
      <p:pic>
        <p:nvPicPr>
          <p:cNvPr id="9" name="Picture 2"/>
          <p:cNvPicPr>
            <a:picLocks noChangeAspect="1" noChangeArrowheads="1"/>
          </p:cNvPicPr>
          <p:nvPr/>
        </p:nvPicPr>
        <p:blipFill>
          <a:blip r:embed="rId3" cstate="print"/>
          <a:srcRect b="50000"/>
          <a:stretch>
            <a:fillRect/>
          </a:stretch>
        </p:blipFill>
        <p:spPr bwMode="auto">
          <a:xfrm>
            <a:off x="755576" y="1563638"/>
            <a:ext cx="4612277" cy="1008112"/>
          </a:xfrm>
          <a:prstGeom prst="rect">
            <a:avLst/>
          </a:prstGeom>
          <a:noFill/>
          <a:ln w="9525">
            <a:noFill/>
            <a:miter lim="800000"/>
            <a:headEnd/>
            <a:tailEnd/>
          </a:ln>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P spid="1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Conceptos</a:t>
            </a:r>
            <a:r>
              <a:rPr lang="en-US" sz="2800" b="1" cap="small" dirty="0">
                <a:solidFill>
                  <a:srgbClr val="00FF00"/>
                </a:solidFill>
              </a:rPr>
              <a:t> </a:t>
            </a:r>
            <a:r>
              <a:rPr lang="en-US" sz="2800" b="1" cap="small" dirty="0" err="1">
                <a:solidFill>
                  <a:srgbClr val="00FF00"/>
                </a:solidFill>
              </a:rPr>
              <a:t>Básicos</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25</a:t>
            </a:fld>
            <a:endParaRPr lang="es-AR"/>
          </a:p>
        </p:txBody>
      </p:sp>
      <p:pic>
        <p:nvPicPr>
          <p:cNvPr id="2050" name="Picture 2"/>
          <p:cNvPicPr>
            <a:picLocks noChangeAspect="1" noChangeArrowheads="1"/>
          </p:cNvPicPr>
          <p:nvPr/>
        </p:nvPicPr>
        <p:blipFill>
          <a:blip r:embed="rId2" cstate="print"/>
          <a:srcRect/>
          <a:stretch>
            <a:fillRect/>
          </a:stretch>
        </p:blipFill>
        <p:spPr bwMode="auto">
          <a:xfrm>
            <a:off x="1507951" y="627534"/>
            <a:ext cx="6448425" cy="4457700"/>
          </a:xfrm>
          <a:prstGeom prst="rect">
            <a:avLst/>
          </a:prstGeom>
          <a:noFill/>
          <a:ln w="9525">
            <a:noFill/>
            <a:miter lim="800000"/>
            <a:headEnd/>
            <a:tailEnd/>
          </a:ln>
        </p:spPr>
      </p:pic>
      <p:sp>
        <p:nvSpPr>
          <p:cNvPr id="5" name="Rectángulo 4">
            <a:extLst>
              <a:ext uri="{FF2B5EF4-FFF2-40B4-BE49-F238E27FC236}">
                <a16:creationId xmlns:a16="http://schemas.microsoft.com/office/drawing/2014/main" id="{D2BE96F3-DDB0-5111-8D25-E199E1267497}"/>
              </a:ext>
            </a:extLst>
          </p:cNvPr>
          <p:cNvSpPr/>
          <p:nvPr/>
        </p:nvSpPr>
        <p:spPr>
          <a:xfrm>
            <a:off x="1419795" y="1059582"/>
            <a:ext cx="6624736" cy="132014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Rectángulo 7">
            <a:extLst>
              <a:ext uri="{FF2B5EF4-FFF2-40B4-BE49-F238E27FC236}">
                <a16:creationId xmlns:a16="http://schemas.microsoft.com/office/drawing/2014/main" id="{D2BE96F3-DDB0-5111-8D25-E199E1267497}"/>
              </a:ext>
            </a:extLst>
          </p:cNvPr>
          <p:cNvSpPr/>
          <p:nvPr/>
        </p:nvSpPr>
        <p:spPr>
          <a:xfrm>
            <a:off x="1419795" y="2379724"/>
            <a:ext cx="6624736" cy="1320142"/>
          </a:xfrm>
          <a:prstGeom prst="rect">
            <a:avLst/>
          </a:prstGeom>
          <a:noFill/>
          <a:ln w="254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Rectángulo 8">
            <a:extLst>
              <a:ext uri="{FF2B5EF4-FFF2-40B4-BE49-F238E27FC236}">
                <a16:creationId xmlns:a16="http://schemas.microsoft.com/office/drawing/2014/main" id="{D2BE96F3-DDB0-5111-8D25-E199E1267497}"/>
              </a:ext>
            </a:extLst>
          </p:cNvPr>
          <p:cNvSpPr/>
          <p:nvPr/>
        </p:nvSpPr>
        <p:spPr>
          <a:xfrm>
            <a:off x="1419795" y="3721608"/>
            <a:ext cx="6624736" cy="1320142"/>
          </a:xfrm>
          <a:prstGeom prst="rect">
            <a:avLst/>
          </a:prstGeom>
          <a:noFill/>
          <a:ln w="25400">
            <a:solidFill>
              <a:srgbClr val="3D41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045299992"/>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28680" y="802800"/>
            <a:ext cx="8229600" cy="424732"/>
          </a:xfrm>
        </p:spPr>
        <p:txBody>
          <a:bodyPr>
            <a:spAutoFit/>
          </a:bodyPr>
          <a:lstStyle/>
          <a:p>
            <a:pPr marL="0" indent="0" eaLnBrk="1" fontAlgn="auto" hangingPunct="1">
              <a:lnSpc>
                <a:spcPct val="90000"/>
              </a:lnSpc>
              <a:spcBef>
                <a:spcPts val="0"/>
              </a:spcBef>
              <a:spcAft>
                <a:spcPts val="1200"/>
              </a:spcAft>
              <a:buFontTx/>
              <a:buNone/>
              <a:defRPr/>
            </a:pPr>
            <a:r>
              <a:rPr lang="es-AR" sz="2400" dirty="0">
                <a:ln w="11430"/>
                <a:solidFill>
                  <a:srgbClr val="FFFF00"/>
                </a:solidFill>
                <a:latin typeface="Times New Roman" pitchFamily="18" charset="0"/>
              </a:rPr>
              <a:t>Finalmente, se calcula la Ganancia de Información:</a:t>
            </a:r>
            <a:endParaRPr lang="es-AR" sz="2400" dirty="0">
              <a:ln w="11430"/>
              <a:latin typeface="Times New Roman" pitchFamily="18" charset="0"/>
            </a:endParaRPr>
          </a:p>
        </p:txBody>
      </p:sp>
      <p:sp>
        <p:nvSpPr>
          <p:cNvPr id="7" name="6 CuadroTexto"/>
          <p:cNvSpPr txBox="1"/>
          <p:nvPr/>
        </p:nvSpPr>
        <p:spPr>
          <a:xfrm>
            <a:off x="785814" y="107156"/>
            <a:ext cx="8072437" cy="523220"/>
          </a:xfrm>
          <a:prstGeom prst="rect">
            <a:avLst/>
          </a:prstGeom>
          <a:noFill/>
        </p:spPr>
        <p:txBody>
          <a:bodyPr>
            <a:spAutoFit/>
          </a:bodyPr>
          <a:lstStyle/>
          <a:p>
            <a:pPr algn="r">
              <a:defRPr/>
            </a:pPr>
            <a:r>
              <a:rPr lang="en-US" sz="2800" b="1" cap="small" dirty="0" err="1">
                <a:solidFill>
                  <a:srgbClr val="00FF00"/>
                </a:solidFill>
              </a:rPr>
              <a:t>Ganancia</a:t>
            </a:r>
            <a:r>
              <a:rPr lang="en-US" sz="2800" b="1" cap="small" dirty="0">
                <a:solidFill>
                  <a:srgbClr val="00FF00"/>
                </a:solidFill>
              </a:rPr>
              <a:t> de </a:t>
            </a:r>
            <a:r>
              <a:rPr lang="en-US" sz="2800" b="1" cap="small" dirty="0" err="1">
                <a:solidFill>
                  <a:srgbClr val="00FF00"/>
                </a:solidFill>
              </a:rPr>
              <a:t>Información</a:t>
            </a:r>
            <a:endParaRPr lang="en-US" sz="2800" b="1" cap="small" dirty="0">
              <a:solidFill>
                <a:srgbClr val="00FF00"/>
              </a:solidFill>
            </a:endParaRPr>
          </a:p>
        </p:txBody>
      </p:sp>
      <p:sp>
        <p:nvSpPr>
          <p:cNvPr id="6" name="5 Marcador de número de diapositiva"/>
          <p:cNvSpPr>
            <a:spLocks noGrp="1"/>
          </p:cNvSpPr>
          <p:nvPr>
            <p:ph type="sldNum" sz="quarter" idx="12"/>
          </p:nvPr>
        </p:nvSpPr>
        <p:spPr/>
        <p:txBody>
          <a:bodyPr/>
          <a:lstStyle/>
          <a:p>
            <a:pPr>
              <a:defRPr/>
            </a:pPr>
            <a:fld id="{A644DF40-C83A-4A3D-A8B8-728930FAA9D4}" type="slidenum">
              <a:rPr lang="es-AR" smtClean="0"/>
              <a:pPr>
                <a:defRPr/>
              </a:pPr>
              <a:t>26</a:t>
            </a:fld>
            <a:endParaRPr lang="es-AR"/>
          </a:p>
        </p:txBody>
      </p:sp>
      <p:sp>
        <p:nvSpPr>
          <p:cNvPr id="10" name="Rectangle 3"/>
          <p:cNvSpPr txBox="1">
            <a:spLocks noChangeArrowheads="1"/>
          </p:cNvSpPr>
          <p:nvPr/>
        </p:nvSpPr>
        <p:spPr bwMode="auto">
          <a:xfrm>
            <a:off x="628680" y="1888053"/>
            <a:ext cx="8229600" cy="32131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auto" latinLnBrk="0" hangingPunct="1">
              <a:lnSpc>
                <a:spcPct val="90000"/>
              </a:lnSpc>
              <a:spcBef>
                <a:spcPts val="0"/>
              </a:spcBef>
              <a:spcAft>
                <a:spcPts val="1200"/>
              </a:spcAft>
              <a:buClr>
                <a:schemeClr val="tx2"/>
              </a:buClr>
              <a:buSzPct val="95000"/>
              <a:buFontTx/>
              <a:buNone/>
              <a:tabLst/>
              <a:defRPr/>
            </a:pPr>
            <a:r>
              <a:rPr lang="es-AR" sz="2400" noProof="0" dirty="0">
                <a:ln w="11430"/>
                <a:solidFill>
                  <a:srgbClr val="FFFF00"/>
                </a:solidFill>
              </a:rPr>
              <a:t>El criterio de Ganancia de Información mide la reducción del desorden del conjunto de datos.</a:t>
            </a:r>
          </a:p>
          <a:p>
            <a:pPr marL="0" marR="0" lvl="0" indent="0" algn="l" defTabSz="914400" rtl="0" eaLnBrk="1" fontAlgn="auto" latinLnBrk="0" hangingPunct="1">
              <a:lnSpc>
                <a:spcPct val="90000"/>
              </a:lnSpc>
              <a:spcBef>
                <a:spcPts val="0"/>
              </a:spcBef>
              <a:spcAft>
                <a:spcPts val="1200"/>
              </a:spcAft>
              <a:buClr>
                <a:schemeClr val="tx2"/>
              </a:buClr>
              <a:buSzPct val="95000"/>
              <a:buFontTx/>
              <a:buNone/>
              <a:tabLst/>
              <a:defRPr/>
            </a:pPr>
            <a:r>
              <a:rPr kumimoji="0" lang="es-AR" sz="2400" b="0" i="0" u="none" strike="noStrike" kern="1200" cap="none" spc="0" normalizeH="0" baseline="0" dirty="0">
                <a:ln w="11430"/>
                <a:solidFill>
                  <a:srgbClr val="FFFF00"/>
                </a:solidFill>
                <a:effectLst/>
                <a:uLnTx/>
                <a:uFillTx/>
                <a:latin typeface="Times New Roman" pitchFamily="18" charset="0"/>
                <a:ea typeface="+mn-ea"/>
                <a:cs typeface="+mn-cs"/>
              </a:rPr>
              <a:t>El atributo</a:t>
            </a:r>
            <a:r>
              <a:rPr kumimoji="0" lang="es-AR" sz="2400" b="0" i="0" u="none" strike="noStrike" kern="1200" cap="none" spc="0" normalizeH="0" dirty="0">
                <a:ln w="11430"/>
                <a:solidFill>
                  <a:srgbClr val="FFFF00"/>
                </a:solidFill>
                <a:effectLst/>
                <a:uLnTx/>
                <a:uFillTx/>
                <a:latin typeface="Times New Roman" pitchFamily="18" charset="0"/>
                <a:ea typeface="+mn-ea"/>
                <a:cs typeface="+mn-cs"/>
              </a:rPr>
              <a:t> que mayor ganancia produce es elegido para ser nodo del árbol.</a:t>
            </a:r>
          </a:p>
          <a:p>
            <a:pPr marL="0" marR="0" lvl="0" indent="0" algn="l" defTabSz="914400" rtl="0" eaLnBrk="1" fontAlgn="auto" latinLnBrk="0" hangingPunct="1">
              <a:lnSpc>
                <a:spcPct val="90000"/>
              </a:lnSpc>
              <a:spcBef>
                <a:spcPts val="0"/>
              </a:spcBef>
              <a:spcAft>
                <a:spcPts val="1200"/>
              </a:spcAft>
              <a:buClr>
                <a:schemeClr val="tx2"/>
              </a:buClr>
              <a:buSzPct val="95000"/>
              <a:buFontTx/>
              <a:buNone/>
              <a:tabLst/>
              <a:defRPr/>
            </a:pPr>
            <a:r>
              <a:rPr lang="es-AR" sz="2400" baseline="0" noProof="0" dirty="0">
                <a:ln w="11430"/>
                <a:solidFill>
                  <a:srgbClr val="FFFF00"/>
                </a:solidFill>
              </a:rPr>
              <a:t>Si</a:t>
            </a:r>
            <a:r>
              <a:rPr lang="es-AR" sz="2400" noProof="0" dirty="0">
                <a:ln w="11430"/>
                <a:solidFill>
                  <a:srgbClr val="FFFF00"/>
                </a:solidFill>
              </a:rPr>
              <a:t> la mayor ganancia es muy poca, se descartan todos los nodos y se crea un nodo hoja (etiquetado con la clase más frecuente).</a:t>
            </a:r>
          </a:p>
          <a:p>
            <a:pPr marL="0" marR="0" lvl="0" indent="0" algn="l" defTabSz="914400" rtl="0" eaLnBrk="1" fontAlgn="auto" latinLnBrk="0" hangingPunct="1">
              <a:lnSpc>
                <a:spcPct val="90000"/>
              </a:lnSpc>
              <a:spcBef>
                <a:spcPts val="0"/>
              </a:spcBef>
              <a:spcAft>
                <a:spcPts val="1200"/>
              </a:spcAft>
              <a:buClr>
                <a:schemeClr val="tx2"/>
              </a:buClr>
              <a:buSzPct val="95000"/>
              <a:buFontTx/>
              <a:buNone/>
              <a:tabLst/>
              <a:defRPr/>
            </a:pPr>
            <a:r>
              <a:rPr lang="es-AR" sz="2400" dirty="0">
                <a:ln w="11430"/>
                <a:solidFill>
                  <a:srgbClr val="FFFF00"/>
                </a:solidFill>
              </a:rPr>
              <a:t>El nodo seleccionado se descarta y se repite el proceso recursivamente.</a:t>
            </a:r>
            <a:r>
              <a:rPr lang="es-AR" sz="2400" noProof="0" dirty="0">
                <a:ln w="11430"/>
                <a:solidFill>
                  <a:srgbClr val="FFFF00"/>
                </a:solidFill>
              </a:rPr>
              <a:t> </a:t>
            </a:r>
            <a:endParaRPr kumimoji="0" lang="es-AR" sz="2400" b="0" i="0" u="none" strike="noStrike" kern="1200" cap="none" spc="0" normalizeH="0" baseline="0" noProof="0" dirty="0">
              <a:ln w="11430"/>
              <a:solidFill>
                <a:schemeClr val="tx1"/>
              </a:solidFill>
              <a:effectLst/>
              <a:uLnTx/>
              <a:uFillTx/>
              <a:latin typeface="Times New Roman" pitchFamily="18" charset="0"/>
              <a:ea typeface="+mn-ea"/>
              <a:cs typeface="+mn-cs"/>
            </a:endParaRPr>
          </a:p>
        </p:txBody>
      </p:sp>
      <p:pic>
        <p:nvPicPr>
          <p:cNvPr id="12290" name="Picture 2"/>
          <p:cNvPicPr>
            <a:picLocks noChangeAspect="1" noChangeArrowheads="1"/>
          </p:cNvPicPr>
          <p:nvPr/>
        </p:nvPicPr>
        <p:blipFill>
          <a:blip r:embed="rId2" cstate="print"/>
          <a:srcRect/>
          <a:stretch>
            <a:fillRect/>
          </a:stretch>
        </p:blipFill>
        <p:spPr bwMode="auto">
          <a:xfrm>
            <a:off x="755576" y="1203598"/>
            <a:ext cx="5816031" cy="720080"/>
          </a:xfrm>
          <a:prstGeom prst="rect">
            <a:avLst/>
          </a:prstGeom>
          <a:noFill/>
          <a:ln w="9525">
            <a:noFill/>
            <a:miter lim="800000"/>
            <a:headEnd/>
            <a:tailEnd/>
          </a:ln>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P spid="10"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6"/>
          <p:cNvSpPr>
            <a:spLocks noChangeArrowheads="1"/>
          </p:cNvSpPr>
          <p:nvPr/>
        </p:nvSpPr>
        <p:spPr bwMode="auto">
          <a:xfrm>
            <a:off x="428626" y="214313"/>
            <a:ext cx="8501063" cy="769441"/>
          </a:xfrm>
          <a:prstGeom prst="rect">
            <a:avLst/>
          </a:prstGeom>
          <a:noFill/>
          <a:ln w="9525" algn="ctr">
            <a:noFill/>
            <a:miter lim="800000"/>
            <a:headEnd/>
            <a:tailEnd/>
          </a:ln>
        </p:spPr>
        <p:txBody>
          <a:bodyPr>
            <a:spAutoFit/>
          </a:bodyPr>
          <a:lstStyle/>
          <a:p>
            <a:pPr algn="ctr">
              <a:spcBef>
                <a:spcPct val="20000"/>
              </a:spcBef>
            </a:pPr>
            <a:r>
              <a:rPr lang="en-US" sz="2000" b="1" dirty="0"/>
              <a:t>Universidad </a:t>
            </a:r>
            <a:r>
              <a:rPr lang="en-US" sz="2000" b="1" dirty="0" err="1"/>
              <a:t>Tecnológica</a:t>
            </a:r>
            <a:r>
              <a:rPr lang="en-US" sz="2000" b="1" dirty="0"/>
              <a:t> </a:t>
            </a:r>
            <a:r>
              <a:rPr lang="en-US" sz="2000" b="1" dirty="0" err="1"/>
              <a:t>Nacional</a:t>
            </a:r>
            <a:endParaRPr lang="en-US" sz="2000" b="1" dirty="0"/>
          </a:p>
          <a:p>
            <a:pPr algn="ctr">
              <a:spcBef>
                <a:spcPct val="20000"/>
              </a:spcBef>
            </a:pPr>
            <a:r>
              <a:rPr lang="en-US" sz="2000" b="1" dirty="0" err="1"/>
              <a:t>Facultad</a:t>
            </a:r>
            <a:r>
              <a:rPr lang="en-US" sz="2000" b="1" dirty="0"/>
              <a:t> Regional Resistencia</a:t>
            </a:r>
          </a:p>
        </p:txBody>
      </p:sp>
      <p:sp>
        <p:nvSpPr>
          <p:cNvPr id="4" name="Rectangle 7"/>
          <p:cNvSpPr>
            <a:spLocks noChangeArrowheads="1"/>
          </p:cNvSpPr>
          <p:nvPr/>
        </p:nvSpPr>
        <p:spPr bwMode="auto">
          <a:xfrm>
            <a:off x="1042988" y="2196700"/>
            <a:ext cx="7351712" cy="707886"/>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a:defRPr/>
            </a:pPr>
            <a:r>
              <a:rPr lang="en-US" sz="4000" b="1" dirty="0">
                <a:ln w="50800"/>
                <a:solidFill>
                  <a:schemeClr val="bg1">
                    <a:shade val="50000"/>
                  </a:schemeClr>
                </a:solidFill>
              </a:rPr>
              <a:t>Fin </a:t>
            </a:r>
            <a:r>
              <a:rPr lang="en-US" sz="4000" b="1" dirty="0" err="1">
                <a:ln w="50800"/>
                <a:solidFill>
                  <a:schemeClr val="bg1">
                    <a:shade val="50000"/>
                  </a:schemeClr>
                </a:solidFill>
              </a:rPr>
              <a:t>Presentación</a:t>
            </a:r>
            <a:endParaRPr lang="en-US" sz="4000" b="1" dirty="0">
              <a:ln w="50800"/>
              <a:solidFill>
                <a:schemeClr val="bg1">
                  <a:shade val="50000"/>
                </a:schemeClr>
              </a:solidFill>
            </a:endParaRPr>
          </a:p>
        </p:txBody>
      </p:sp>
    </p:spTree>
  </p:cSld>
  <p:clrMapOvr>
    <a:masterClrMapping/>
  </p:clrMapOvr>
  <p:transition>
    <p:split orient="ver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26704</TotalTime>
  <Words>1163</Words>
  <Application>Microsoft Office PowerPoint</Application>
  <PresentationFormat>Presentación en pantalla (16:9)</PresentationFormat>
  <Paragraphs>115</Paragraphs>
  <Slides>27</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27</vt:i4>
      </vt:variant>
    </vt:vector>
  </HeadingPairs>
  <TitlesOfParts>
    <vt:vector size="35" baseType="lpstr">
      <vt:lpstr>Calibri</vt:lpstr>
      <vt:lpstr>Consolas</vt:lpstr>
      <vt:lpstr>Corbel</vt:lpstr>
      <vt:lpstr>Times New Roman</vt:lpstr>
      <vt:lpstr>Wingdings</vt:lpstr>
      <vt:lpstr>Wingdings 2</vt:lpstr>
      <vt:lpstr>Wingdings 3</vt:lpstr>
      <vt:lpstr>Metro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marcelo</dc:creator>
  <cp:lastModifiedBy>Usuario de Windows</cp:lastModifiedBy>
  <cp:revision>547</cp:revision>
  <dcterms:created xsi:type="dcterms:W3CDTF">2008-06-30T14:40:25Z</dcterms:created>
  <dcterms:modified xsi:type="dcterms:W3CDTF">2025-11-01T13:03:38Z</dcterms:modified>
</cp:coreProperties>
</file>