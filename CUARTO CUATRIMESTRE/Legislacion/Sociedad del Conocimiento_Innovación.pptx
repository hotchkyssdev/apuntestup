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3" r:id="rId4"/>
    <p:sldId id="258" r:id="rId5"/>
    <p:sldId id="259" r:id="rId6"/>
    <p:sldId id="272" r:id="rId7"/>
    <p:sldId id="260" r:id="rId8"/>
    <p:sldId id="276" r:id="rId9"/>
    <p:sldId id="261" r:id="rId10"/>
    <p:sldId id="275" r:id="rId11"/>
    <p:sldId id="262" r:id="rId12"/>
    <p:sldId id="271" r:id="rId13"/>
    <p:sldId id="277" r:id="rId14"/>
    <p:sldId id="264" r:id="rId15"/>
    <p:sldId id="265" r:id="rId16"/>
    <p:sldId id="278" r:id="rId17"/>
    <p:sldId id="266" r:id="rId18"/>
    <p:sldId id="267" r:id="rId19"/>
    <p:sldId id="279" r:id="rId20"/>
    <p:sldId id="269" r:id="rId21"/>
    <p:sldId id="270" r:id="rId22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3089"/>
  </p:normalViewPr>
  <p:slideViewPr>
    <p:cSldViewPr>
      <p:cViewPr varScale="1">
        <p:scale>
          <a:sx n="119" d="100"/>
          <a:sy n="119" d="100"/>
        </p:scale>
        <p:origin x="20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1538-83AB-4270-A2B9-D382234F8702}" type="datetimeFigureOut">
              <a:rPr lang="es-AR" smtClean="0"/>
              <a:pPr/>
              <a:t>19/3/20</a:t>
            </a:fld>
            <a:endParaRPr lang="es-AR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EA42-1D6C-4432-93D5-15259571A653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1538-83AB-4270-A2B9-D382234F8702}" type="datetimeFigureOut">
              <a:rPr lang="es-AR" smtClean="0"/>
              <a:pPr/>
              <a:t>19/3/20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EA42-1D6C-4432-93D5-15259571A653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1538-83AB-4270-A2B9-D382234F8702}" type="datetimeFigureOut">
              <a:rPr lang="es-AR" smtClean="0"/>
              <a:pPr/>
              <a:t>19/3/20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EA42-1D6C-4432-93D5-15259571A653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1538-83AB-4270-A2B9-D382234F8702}" type="datetimeFigureOut">
              <a:rPr lang="es-AR" smtClean="0"/>
              <a:pPr/>
              <a:t>19/3/20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EA42-1D6C-4432-93D5-15259571A653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1538-83AB-4270-A2B9-D382234F8702}" type="datetimeFigureOut">
              <a:rPr lang="es-AR" smtClean="0"/>
              <a:pPr/>
              <a:t>19/3/20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EA42-1D6C-4432-93D5-15259571A653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1538-83AB-4270-A2B9-D382234F8702}" type="datetimeFigureOut">
              <a:rPr lang="es-AR" smtClean="0"/>
              <a:pPr/>
              <a:t>19/3/20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EA42-1D6C-4432-93D5-15259571A653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1538-83AB-4270-A2B9-D382234F8702}" type="datetimeFigureOut">
              <a:rPr lang="es-AR" smtClean="0"/>
              <a:pPr/>
              <a:t>19/3/20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EA42-1D6C-4432-93D5-15259571A653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1538-83AB-4270-A2B9-D382234F8702}" type="datetimeFigureOut">
              <a:rPr lang="es-AR" smtClean="0"/>
              <a:pPr/>
              <a:t>19/3/20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EA42-1D6C-4432-93D5-15259571A653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1538-83AB-4270-A2B9-D382234F8702}" type="datetimeFigureOut">
              <a:rPr lang="es-AR" smtClean="0"/>
              <a:pPr/>
              <a:t>19/3/20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E24EA42-1D6C-4432-93D5-15259571A653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1538-83AB-4270-A2B9-D382234F8702}" type="datetimeFigureOut">
              <a:rPr lang="es-AR" smtClean="0"/>
              <a:pPr/>
              <a:t>19/3/20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EA42-1D6C-4432-93D5-15259571A653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1538-83AB-4270-A2B9-D382234F8702}" type="datetimeFigureOut">
              <a:rPr lang="es-AR" smtClean="0"/>
              <a:pPr/>
              <a:t>19/3/20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4EA42-1D6C-4432-93D5-15259571A653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17F1538-83AB-4270-A2B9-D382234F8702}" type="datetimeFigureOut">
              <a:rPr lang="es-AR" smtClean="0"/>
              <a:pPr/>
              <a:t>19/3/20</a:t>
            </a:fld>
            <a:endParaRPr lang="es-AR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E24EA42-1D6C-4432-93D5-15259571A653}" type="slidenum">
              <a:rPr lang="es-AR" smtClean="0"/>
              <a:pPr/>
              <a:t>‹Nº›</a:t>
            </a:fld>
            <a:endParaRPr lang="es-AR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1026" name="Picture 2" descr="C:\Users\Silvia\Desktop\DIEGO\Catedra Legislacion\Clase 1_Sociedad del Conocimiento\orl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950" y="76200"/>
            <a:ext cx="8928100" cy="6705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AD1D94D8-0A7B-3F4F-922B-33B5C2943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9071" y="1412776"/>
            <a:ext cx="4605858" cy="30408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4712" y="1293518"/>
            <a:ext cx="6014575" cy="450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42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AA5B619C-69F3-244F-B1DB-6A6D076706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3648" y="908720"/>
            <a:ext cx="7017864" cy="47886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1026" name="Picture 2" descr="Resultado de imagen para rapa nui isl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788" y="1111406"/>
            <a:ext cx="6312496" cy="4728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656" y="1124744"/>
            <a:ext cx="6747092" cy="505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9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21180643">
            <a:off x="1250677" y="908720"/>
            <a:ext cx="6642645" cy="49755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96466-2D1B-7F48-B170-B934F3C7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58FDE36-44C3-3C4B-86BB-6B9D22E5A1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769897">
            <a:off x="1619672" y="1271839"/>
            <a:ext cx="6664990" cy="374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41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680" y="1556792"/>
            <a:ext cx="5348288" cy="40060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584" y="908720"/>
            <a:ext cx="8415216" cy="630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22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3727" y="1275588"/>
            <a:ext cx="6335753" cy="4745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640" y="704088"/>
            <a:ext cx="7138144" cy="534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56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0D7D6-C5B1-764B-938F-798295A4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433D7524-608C-C243-83FC-31F9B94DCC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656" y="548680"/>
            <a:ext cx="63500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5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639" y="706470"/>
            <a:ext cx="7768497" cy="58188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640" y="704088"/>
            <a:ext cx="7168188" cy="53692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5A5329-63A3-3345-A954-002DD63D8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E389AEB8-C69D-3E44-A703-9E9E0C594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8969" y="260648"/>
            <a:ext cx="4430717" cy="627205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ECA6E75-75DA-0B4D-8AAB-8F80CD7DF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5829">
            <a:off x="251520" y="908720"/>
            <a:ext cx="49911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513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3 Marcador de contenido" descr="Cuerpoentero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 rot="1486710">
            <a:off x="5065995" y="489709"/>
            <a:ext cx="3633366" cy="3311265"/>
          </a:xfr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905528"/>
            <a:ext cx="6249459" cy="46810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3 Marcador de contenido" descr="Corte estratigrafico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339752" y="1628800"/>
            <a:ext cx="6415285" cy="4243958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EB099-308F-0446-B439-8776C4CBE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726060-7D5E-6747-80FE-249291684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sz="4000" dirty="0"/>
              <a:t>Sociedad de la repetición </a:t>
            </a:r>
          </a:p>
          <a:p>
            <a:endParaRPr lang="es-AR" sz="4000" dirty="0"/>
          </a:p>
          <a:p>
            <a:r>
              <a:rPr lang="es-AR" sz="4000" dirty="0"/>
              <a:t>Sociedad de la innovación</a:t>
            </a:r>
          </a:p>
        </p:txBody>
      </p:sp>
    </p:spTree>
    <p:extLst>
      <p:ext uri="{BB962C8B-B14F-4D97-AF65-F5344CB8AC3E}">
        <p14:creationId xmlns:p14="http://schemas.microsoft.com/office/powerpoint/2010/main" val="1537022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3 Marcador de contenido" descr="Diskettetresy medio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143250" y="2605881"/>
            <a:ext cx="2857500" cy="3048000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008112"/>
          </a:xfrm>
        </p:spPr>
        <p:txBody>
          <a:bodyPr>
            <a:normAutofit/>
          </a:bodyPr>
          <a:lstStyle/>
          <a:p>
            <a:pPr algn="ctr"/>
            <a:r>
              <a:rPr lang="es-AR" dirty="0"/>
              <a:t>Lógica </a:t>
            </a:r>
            <a:r>
              <a:rPr lang="es-AR" dirty="0" err="1"/>
              <a:t>Mathusiana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83832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endParaRPr lang="es-AR" sz="2400" dirty="0"/>
          </a:p>
          <a:p>
            <a:pPr algn="ctr">
              <a:buNone/>
            </a:pPr>
            <a:r>
              <a:rPr lang="es-AR" sz="2400" dirty="0"/>
              <a:t>Capacidad procesar  los avances  de la sociedad</a:t>
            </a:r>
          </a:p>
          <a:p>
            <a:pPr algn="ctr">
              <a:buNone/>
            </a:pPr>
            <a:r>
              <a:rPr lang="es-AR" sz="3600" dirty="0"/>
              <a:t>2,4,6,8,10,12,14,16</a:t>
            </a:r>
          </a:p>
          <a:p>
            <a:pPr algn="ctr">
              <a:buNone/>
            </a:pPr>
            <a:r>
              <a:rPr lang="es-AR" sz="2800" dirty="0"/>
              <a:t>(</a:t>
            </a:r>
            <a:r>
              <a:rPr lang="es-AR" sz="2800" dirty="0">
                <a:solidFill>
                  <a:srgbClr val="FF0000"/>
                </a:solidFill>
              </a:rPr>
              <a:t>aritmética</a:t>
            </a:r>
            <a:r>
              <a:rPr lang="es-AR" sz="2800" dirty="0"/>
              <a:t>)</a:t>
            </a:r>
            <a:endParaRPr lang="es-AR" dirty="0"/>
          </a:p>
          <a:p>
            <a:pPr algn="ctr">
              <a:buNone/>
            </a:pPr>
            <a:endParaRPr lang="es-AR" dirty="0"/>
          </a:p>
          <a:p>
            <a:pPr algn="ctr">
              <a:buNone/>
            </a:pPr>
            <a:endParaRPr lang="es-AR" dirty="0"/>
          </a:p>
          <a:p>
            <a:pPr algn="ctr">
              <a:buNone/>
            </a:pPr>
            <a:r>
              <a:rPr lang="es-AR" dirty="0"/>
              <a:t>Sociedad avanza</a:t>
            </a:r>
          </a:p>
          <a:p>
            <a:pPr algn="ctr">
              <a:buNone/>
            </a:pPr>
            <a:r>
              <a:rPr lang="es-AR" sz="4000" dirty="0"/>
              <a:t>2, 4, 8, 16, 32, 64, 128, 256</a:t>
            </a:r>
            <a:r>
              <a:rPr lang="es-AR" sz="5400" dirty="0"/>
              <a:t>, </a:t>
            </a:r>
          </a:p>
          <a:p>
            <a:pPr algn="ctr">
              <a:buNone/>
            </a:pPr>
            <a:r>
              <a:rPr lang="es-AR" sz="2800" dirty="0"/>
              <a:t>(</a:t>
            </a:r>
            <a:r>
              <a:rPr lang="es-AR" sz="2800" dirty="0">
                <a:solidFill>
                  <a:srgbClr val="FF0000"/>
                </a:solidFill>
              </a:rPr>
              <a:t>geométrica</a:t>
            </a:r>
            <a:r>
              <a:rPr lang="es-AR" sz="2800" dirty="0"/>
              <a:t>)</a:t>
            </a:r>
          </a:p>
          <a:p>
            <a:pPr algn="ctr">
              <a:buNone/>
            </a:pPr>
            <a:endParaRPr lang="es-AR" sz="28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541</TotalTime>
  <Words>42</Words>
  <Application>Microsoft Macintosh PowerPoint</Application>
  <PresentationFormat>Presentación en pantalla (4:3)</PresentationFormat>
  <Paragraphs>13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Calibri</vt:lpstr>
      <vt:lpstr>Constantia</vt:lpstr>
      <vt:lpstr>Wingdings 2</vt:lpstr>
      <vt:lpstr>Flujo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Lógica Mathusiana</vt:lpstr>
    </vt:vector>
  </TitlesOfParts>
  <Company>Hewlett-Packard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Silvia</dc:creator>
  <cp:lastModifiedBy>Diego Sebastián Gutiérrez</cp:lastModifiedBy>
  <cp:revision>13</cp:revision>
  <dcterms:created xsi:type="dcterms:W3CDTF">2016-03-21T10:57:30Z</dcterms:created>
  <dcterms:modified xsi:type="dcterms:W3CDTF">2020-03-19T17:01:59Z</dcterms:modified>
</cp:coreProperties>
</file>