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ec09147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ec09147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ed06e5c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ed06e5c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82195d86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82195d86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2195d862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2195d862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2195d86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2195d86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2195d862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82195d862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2195d862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82195d862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82195d862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82195d862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Consultas más usuales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Programación II</a:t>
            </a:r>
            <a:endParaRPr sz="1800"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488125" y="3148973"/>
            <a:ext cx="4242600" cy="98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Facundo Uferer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juanfacundouf@gmail.com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UTN-FRR</a:t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851" y="2835000"/>
            <a:ext cx="4002376" cy="18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onsulta a una base</a:t>
            </a:r>
            <a:endParaRPr/>
          </a:p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2390275" y="1854525"/>
            <a:ext cx="6331500" cy="135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 consulta a una base de datos MySQL desde Java implica utilizar el lenguaje SQL (Structured Query Language) para solicitar datos específicos almacenados en una base de datos MySQL.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Seleccionar todos los estudiantes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Esta consulta recupera todos los registros de la tabla de estudiantes y muestra todos los campos para cada estudiante.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3463350" y="1188800"/>
            <a:ext cx="5286300" cy="240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SELECT * FROM estudiantes;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Seleccionar estudiantes con un nombre específico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Esta consulta recupera todos los estudiantes cuyo nombre coincide con el valor especificado ('NombreEspecifico').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3463350" y="1188800"/>
            <a:ext cx="5286300" cy="240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SELECT * FROM estudiantes WHERE nombre = 'NombreEspecifico' AND nombre = ‘otro nombre’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Seleccionar estudiantes mayores de una edad específica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 consulta recupera todos los estudiantes que tienen 18 años o más, basándose en su fecha de nacimiento.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Consulta SQL (asumiendo que la fecha de nacimiento está en formato 'YYYY-MM-DD')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3463350" y="1188800"/>
            <a:ext cx="5286300" cy="240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SELECT * FROM estudiantes WHERE fecha_nacimiento &lt;= DATE_SUB(CURDATE(), INTERVAL 18 YEAR);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Agregar un nuevo estudiante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Esta consulta agrega un nuevo estudiante a la tabla proporcionando valores para todos los campos.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3463350" y="1188800"/>
            <a:ext cx="5286300" cy="240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INSERT INTO estudiantes (nombre, apellido, legajo, dni, fecha_nacimiento, direccion, telefono, email)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VALUES ('NuevoNombre', 'NuevoApellido', 'NuevoLegajo', 'NuevoDNI', 'YYYY-MM-DD', 'NuevaDireccion', 'NuevoTelefono', 'NuevoEmail');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Editar los datos de un estudiante existente (por ID)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 consulta actualiza los datos de un estudiante existente basado en su ID.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Consulta SQL (reemplaza 'ID_Estudiante' con el ID del estudiante a editar y proporciona nuevos valores para los campos)</a:t>
            </a: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3463350" y="1188800"/>
            <a:ext cx="5286300" cy="240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UPDATE estudiantes</a:t>
            </a:r>
            <a:endParaRPr sz="19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SET</a:t>
            </a: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900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nombre = 'NuevoNombre', apellido = 'NuevoApellido', legajo = 'NuevoLegajo', dni = 'NuevoDNI', fecha_nacimiento = 'YYYY-MM-DD', direccion = 'NuevaDireccion', telefono = 'NuevoTelefono', email = 'NuevoEmail'</a:t>
            </a:r>
            <a:endParaRPr sz="1900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WHERE id = ID_Estudiante;</a:t>
            </a:r>
            <a:endParaRPr sz="19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Eliminar un estudiante por ID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 consulta elimina un estudiante de la tabla basado en su ID.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3463350" y="1188800"/>
            <a:ext cx="5286300" cy="240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DELETE FROM estudiantes WHERE id = ID_Estudiante;</a:t>
            </a:r>
            <a:endParaRPr sz="1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