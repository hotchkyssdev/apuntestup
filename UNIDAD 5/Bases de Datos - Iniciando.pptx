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aleway"/>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5ec09147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5ec09147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7ed06e5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7ed06e5c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7ed06e5ce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7ed06e5ce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7ed06e5ce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7ed06e5ce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7ed06e5ce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7ed06e5ce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ed06e5ce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ed06e5ce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7ed06e5c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7ed06e5c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7ed06e5ce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7ed06e5ce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7ed06e5ce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7ed06e5ce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7ed06e5ce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7ed06e5ce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7ed06e5ce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7ed06e5ce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7ed06e5ce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7ed06e5ce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7ed06e5ce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7ed06e5ce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7ed06e5ce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7ed06e5ce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7ed06e5ce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7ed06e5ce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7ed06e5ce8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7ed06e5ce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7ed06e5ce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7ed06e5ce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7ed06e5ce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7ed06e5ce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7ed06e5ce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7ed06e5ce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7ed06e5ce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7ed06e5ce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7ed06e5ce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7ed06e5ce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7ed06e5ce8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7ed06e5ce8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hyperlink" Target="https://dev.mysql.com/downloads/connector/j/"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Iniciando con las Bases de Datos</a:t>
            </a:r>
            <a:endParaRPr/>
          </a:p>
          <a:p>
            <a:pPr indent="0" lvl="0" marL="0" rtl="0" algn="l">
              <a:spcBef>
                <a:spcPts val="0"/>
              </a:spcBef>
              <a:spcAft>
                <a:spcPts val="0"/>
              </a:spcAft>
              <a:buNone/>
            </a:pPr>
            <a:r>
              <a:rPr lang="en" sz="1800"/>
              <a:t>Programación </a:t>
            </a:r>
            <a:r>
              <a:rPr lang="en" sz="1800"/>
              <a:t>II</a:t>
            </a:r>
            <a:endParaRPr sz="1800"/>
          </a:p>
        </p:txBody>
      </p:sp>
      <p:sp>
        <p:nvSpPr>
          <p:cNvPr id="73" name="Google Shape;73;p13"/>
          <p:cNvSpPr txBox="1"/>
          <p:nvPr>
            <p:ph idx="1" type="subTitle"/>
          </p:nvPr>
        </p:nvSpPr>
        <p:spPr>
          <a:xfrm>
            <a:off x="2488125" y="3148973"/>
            <a:ext cx="4242600" cy="98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Facundo Uferer</a:t>
            </a:r>
            <a:endParaRPr/>
          </a:p>
          <a:p>
            <a:pPr indent="0" lvl="0" marL="0" rtl="0" algn="l">
              <a:spcBef>
                <a:spcPts val="0"/>
              </a:spcBef>
              <a:spcAft>
                <a:spcPts val="0"/>
              </a:spcAft>
              <a:buNone/>
            </a:pPr>
            <a:r>
              <a:rPr lang="en"/>
              <a:t>juanfacundouf@gmail.com</a:t>
            </a:r>
            <a:endParaRPr/>
          </a:p>
          <a:p>
            <a:pPr indent="0" lvl="0" marL="0" rtl="0" algn="l">
              <a:spcBef>
                <a:spcPts val="0"/>
              </a:spcBef>
              <a:spcAft>
                <a:spcPts val="0"/>
              </a:spcAft>
              <a:buNone/>
            </a:pPr>
            <a:r>
              <a:rPr lang="en"/>
              <a:t>UTN-FRR</a:t>
            </a:r>
            <a:endParaRPr/>
          </a:p>
        </p:txBody>
      </p:sp>
      <p:pic>
        <p:nvPicPr>
          <p:cNvPr id="74" name="Google Shape;74;p13"/>
          <p:cNvPicPr preferRelativeResize="0"/>
          <p:nvPr/>
        </p:nvPicPr>
        <p:blipFill>
          <a:blip r:embed="rId3">
            <a:alphaModFix/>
          </a:blip>
          <a:stretch>
            <a:fillRect/>
          </a:stretch>
        </p:blipFill>
        <p:spPr>
          <a:xfrm>
            <a:off x="4700851" y="2835000"/>
            <a:ext cx="4002376" cy="189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Instalar el Driver en el Proyecto</a:t>
            </a:r>
            <a:endParaRPr/>
          </a:p>
        </p:txBody>
      </p:sp>
      <p:sp>
        <p:nvSpPr>
          <p:cNvPr id="80" name="Google Shape;80;p14"/>
          <p:cNvSpPr txBox="1"/>
          <p:nvPr>
            <p:ph idx="1" type="subTitle"/>
          </p:nvPr>
        </p:nvSpPr>
        <p:spPr>
          <a:xfrm>
            <a:off x="2390275" y="2451825"/>
            <a:ext cx="6331500" cy="202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Instalar el driver de la base de datos en un proyecto es esencial para poder interactuar con una base de datos desde tu aplicación Java. </a:t>
            </a:r>
            <a:endParaRPr/>
          </a:p>
          <a:p>
            <a:pPr indent="0" lvl="0" marL="0" rtl="0" algn="l">
              <a:spcBef>
                <a:spcPts val="0"/>
              </a:spcBef>
              <a:spcAft>
                <a:spcPts val="0"/>
              </a:spcAft>
              <a:buNone/>
            </a:pPr>
            <a:r>
              <a:rPr lang="en"/>
              <a:t>El controlador es una biblioteca de Java que actúa como un puente entre tu aplicación Java y la base de datos MySQL, permitiendo que tu código se comunique con la base de datos de manera eficiente y segura.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lang="en"/>
              <a:t>azones por las que debes instalar el controlador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Establecer Conexión</a:t>
            </a:r>
            <a:endParaRPr/>
          </a:p>
        </p:txBody>
      </p:sp>
      <p:sp>
        <p:nvSpPr>
          <p:cNvPr id="91" name="Google Shape;91;p16"/>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El controlador proporciona las clases y métodos necesarios para establecer una conexión a la base de datos MySQL desde tu aplicación Java. Esto te permite conectarte a la base de datos para realizar consultas, actualizaciones y otras operaciones.</a:t>
            </a:r>
            <a:endParaRPr/>
          </a:p>
        </p:txBody>
      </p:sp>
      <p:pic>
        <p:nvPicPr>
          <p:cNvPr id="92" name="Google Shape;92;p16"/>
          <p:cNvPicPr preferRelativeResize="0"/>
          <p:nvPr/>
        </p:nvPicPr>
        <p:blipFill>
          <a:blip r:embed="rId3">
            <a:alphaModFix/>
          </a:blip>
          <a:stretch>
            <a:fillRect/>
          </a:stretch>
        </p:blipFill>
        <p:spPr>
          <a:xfrm>
            <a:off x="3226600" y="626238"/>
            <a:ext cx="5711700" cy="38910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Ejecutar Consultas</a:t>
            </a:r>
            <a:endParaRPr/>
          </a:p>
        </p:txBody>
      </p:sp>
      <p:sp>
        <p:nvSpPr>
          <p:cNvPr id="98" name="Google Shape;98;p1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Una vez que tienes una conexión establecida, puedes usar el controlador para enviar consultas SQL a la base de datos. Puedes realizar consultas de selección (SELECT) para recuperar datos, consultas de actualización (INSERT, UPDATE, DELETE) para modificar datos y más.</a:t>
            </a:r>
            <a:endParaRPr/>
          </a:p>
        </p:txBody>
      </p:sp>
      <p:pic>
        <p:nvPicPr>
          <p:cNvPr id="99" name="Google Shape;99;p17"/>
          <p:cNvPicPr preferRelativeResize="0"/>
          <p:nvPr/>
        </p:nvPicPr>
        <p:blipFill rotWithShape="1">
          <a:blip r:embed="rId3">
            <a:alphaModFix/>
          </a:blip>
          <a:srcRect b="8138" l="0" r="0" t="0"/>
          <a:stretch/>
        </p:blipFill>
        <p:spPr>
          <a:xfrm>
            <a:off x="3653000" y="349363"/>
            <a:ext cx="4838700" cy="4444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Obtener Resultados</a:t>
            </a:r>
            <a:endParaRPr/>
          </a:p>
        </p:txBody>
      </p:sp>
      <p:sp>
        <p:nvSpPr>
          <p:cNvPr id="105" name="Google Shape;105;p18"/>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El controlador facilita la obtención de los resultados de las consultas SQL realizadas en la base de datos. Puedes procesar estos resultados en tu aplicación Java y utilizarlos para diversos fines, como mostrar información en la interfaz de usuario, realizar cálculos, etc.</a:t>
            </a:r>
            <a:endParaRPr/>
          </a:p>
        </p:txBody>
      </p:sp>
      <p:pic>
        <p:nvPicPr>
          <p:cNvPr id="106" name="Google Shape;106;p18"/>
          <p:cNvPicPr preferRelativeResize="0"/>
          <p:nvPr/>
        </p:nvPicPr>
        <p:blipFill>
          <a:blip r:embed="rId3">
            <a:alphaModFix/>
          </a:blip>
          <a:stretch>
            <a:fillRect/>
          </a:stretch>
        </p:blipFill>
        <p:spPr>
          <a:xfrm>
            <a:off x="3746300" y="72450"/>
            <a:ext cx="4875638" cy="4838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Gestionar Transacciones</a:t>
            </a:r>
            <a:endParaRPr/>
          </a:p>
        </p:txBody>
      </p:sp>
      <p:sp>
        <p:nvSpPr>
          <p:cNvPr id="112" name="Google Shape;112;p19"/>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Puedes utilizar el controlador para administrar transacciones en la base de datos. Esto te permite agrupar un conjunto de operaciones en una transacción, lo que garantiza que todas las operaciones se ejecuten de manera exitosa o ninguna se ejecute en caso de error.</a:t>
            </a:r>
            <a:endParaRPr/>
          </a:p>
        </p:txBody>
      </p:sp>
      <p:pic>
        <p:nvPicPr>
          <p:cNvPr id="113" name="Google Shape;113;p19"/>
          <p:cNvPicPr preferRelativeResize="0"/>
          <p:nvPr/>
        </p:nvPicPr>
        <p:blipFill>
          <a:blip r:embed="rId3">
            <a:alphaModFix/>
          </a:blip>
          <a:stretch>
            <a:fillRect/>
          </a:stretch>
        </p:blipFill>
        <p:spPr>
          <a:xfrm>
            <a:off x="4572000" y="1476375"/>
            <a:ext cx="3667125" cy="219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Control de Errores</a:t>
            </a:r>
            <a:endParaRPr/>
          </a:p>
        </p:txBody>
      </p:sp>
      <p:sp>
        <p:nvSpPr>
          <p:cNvPr id="119" name="Google Shape;119;p20"/>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El controlador maneja excepciones y errores relacionados con la base de datos de manera adecuada, lo que te permite capturar y gestionar errores de forma efectiva en tu aplicación Java. Esto es esencial para garantizar la integridad de los datos y la robustez de tu aplicación.</a:t>
            </a:r>
            <a:endParaRPr/>
          </a:p>
        </p:txBody>
      </p:sp>
      <p:pic>
        <p:nvPicPr>
          <p:cNvPr id="120" name="Google Shape;120;p20"/>
          <p:cNvPicPr preferRelativeResize="0"/>
          <p:nvPr/>
        </p:nvPicPr>
        <p:blipFill>
          <a:blip r:embed="rId3">
            <a:alphaModFix/>
          </a:blip>
          <a:stretch>
            <a:fillRect/>
          </a:stretch>
        </p:blipFill>
        <p:spPr>
          <a:xfrm>
            <a:off x="3266575" y="936600"/>
            <a:ext cx="5711699" cy="32128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Instalar el Driver en nuestro proyecto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Descargar el Driver</a:t>
            </a:r>
            <a:endParaRPr/>
          </a:p>
        </p:txBody>
      </p:sp>
      <p:pic>
        <p:nvPicPr>
          <p:cNvPr id="131" name="Google Shape;131;p22"/>
          <p:cNvPicPr preferRelativeResize="0"/>
          <p:nvPr/>
        </p:nvPicPr>
        <p:blipFill>
          <a:blip r:embed="rId3">
            <a:alphaModFix/>
          </a:blip>
          <a:stretch>
            <a:fillRect/>
          </a:stretch>
        </p:blipFill>
        <p:spPr>
          <a:xfrm>
            <a:off x="3266575" y="778675"/>
            <a:ext cx="5711701" cy="3739269"/>
          </a:xfrm>
          <a:prstGeom prst="rect">
            <a:avLst/>
          </a:prstGeom>
          <a:noFill/>
          <a:ln>
            <a:noFill/>
          </a:ln>
        </p:spPr>
      </p:pic>
      <p:sp>
        <p:nvSpPr>
          <p:cNvPr id="132" name="Google Shape;132;p22"/>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u="sng">
                <a:solidFill>
                  <a:schemeClr val="hlink"/>
                </a:solidFill>
                <a:hlinkClick r:id="rId4"/>
              </a:rPr>
              <a:t>https://dev.mysql.com/downloads/connector/j/</a:t>
            </a:r>
            <a:r>
              <a:rPr lang="en"/>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06175" y="1532400"/>
            <a:ext cx="2079000" cy="161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Colocar el Driver en la raíz del proyecto</a:t>
            </a:r>
            <a:endParaRPr/>
          </a:p>
        </p:txBody>
      </p:sp>
      <p:pic>
        <p:nvPicPr>
          <p:cNvPr id="138" name="Google Shape;138;p23"/>
          <p:cNvPicPr preferRelativeResize="0"/>
          <p:nvPr/>
        </p:nvPicPr>
        <p:blipFill rotWithShape="1">
          <a:blip r:embed="rId3">
            <a:alphaModFix/>
          </a:blip>
          <a:srcRect b="0" l="0" r="0" t="4915"/>
          <a:stretch/>
        </p:blipFill>
        <p:spPr>
          <a:xfrm>
            <a:off x="2385175" y="533000"/>
            <a:ext cx="6526500" cy="42204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4"/>
          <p:cNvPicPr preferRelativeResize="0"/>
          <p:nvPr/>
        </p:nvPicPr>
        <p:blipFill>
          <a:blip r:embed="rId3">
            <a:alphaModFix/>
          </a:blip>
          <a:stretch>
            <a:fillRect/>
          </a:stretch>
        </p:blipFill>
        <p:spPr>
          <a:xfrm>
            <a:off x="1601175" y="1565000"/>
            <a:ext cx="5711700" cy="2386579"/>
          </a:xfrm>
          <a:prstGeom prst="rect">
            <a:avLst/>
          </a:prstGeom>
          <a:noFill/>
          <a:ln>
            <a:noFill/>
          </a:ln>
        </p:spPr>
      </p:pic>
      <p:sp>
        <p:nvSpPr>
          <p:cNvPr id="144" name="Google Shape;144;p24"/>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Actualizar la dirección archivo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292850" y="1545725"/>
            <a:ext cx="2808000" cy="237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Hacer click en el archivo y colocarlo como librería del proyecto con “Add as Library”</a:t>
            </a:r>
            <a:endParaRPr/>
          </a:p>
        </p:txBody>
      </p:sp>
      <p:pic>
        <p:nvPicPr>
          <p:cNvPr id="150" name="Google Shape;150;p25"/>
          <p:cNvPicPr preferRelativeResize="0"/>
          <p:nvPr/>
        </p:nvPicPr>
        <p:blipFill>
          <a:blip r:embed="rId3">
            <a:alphaModFix/>
          </a:blip>
          <a:stretch>
            <a:fillRect/>
          </a:stretch>
        </p:blipFill>
        <p:spPr>
          <a:xfrm>
            <a:off x="4370626" y="230825"/>
            <a:ext cx="2646150" cy="481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El Programa!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importar</a:t>
            </a:r>
            <a:endParaRPr/>
          </a:p>
        </p:txBody>
      </p:sp>
      <p:pic>
        <p:nvPicPr>
          <p:cNvPr id="161" name="Google Shape;161;p27"/>
          <p:cNvPicPr preferRelativeResize="0"/>
          <p:nvPr/>
        </p:nvPicPr>
        <p:blipFill>
          <a:blip r:embed="rId3">
            <a:alphaModFix/>
          </a:blip>
          <a:stretch>
            <a:fillRect/>
          </a:stretch>
        </p:blipFill>
        <p:spPr>
          <a:xfrm>
            <a:off x="3262975" y="1159300"/>
            <a:ext cx="5636150" cy="3122425"/>
          </a:xfrm>
          <a:prstGeom prst="rect">
            <a:avLst/>
          </a:prstGeom>
          <a:noFill/>
          <a:ln>
            <a:noFill/>
          </a:ln>
        </p:spPr>
      </p:pic>
      <p:sp>
        <p:nvSpPr>
          <p:cNvPr id="162" name="Google Shape;162;p2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Se importan las clases necesarias de la API de JDBC (Java Database Connectivity) para trabajar con bases de datos.</a:t>
            </a:r>
            <a:endParaRPr/>
          </a:p>
          <a:p>
            <a:pPr indent="0" lvl="0" marL="0" rtl="0" algn="l">
              <a:spcBef>
                <a:spcPts val="1600"/>
              </a:spcBef>
              <a:spcAft>
                <a:spcPts val="0"/>
              </a:spcAft>
              <a:buClr>
                <a:schemeClr val="dk2"/>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 definen los datos de conexión</a:t>
            </a:r>
            <a:endParaRPr/>
          </a:p>
        </p:txBody>
      </p:sp>
      <p:sp>
        <p:nvSpPr>
          <p:cNvPr id="168" name="Google Shape;168;p28"/>
          <p:cNvSpPr txBox="1"/>
          <p:nvPr>
            <p:ph idx="1" type="body"/>
          </p:nvPr>
        </p:nvSpPr>
        <p:spPr>
          <a:xfrm>
            <a:off x="319500" y="1846799"/>
            <a:ext cx="2808000" cy="32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url: La URL de conexión a la base de datos, que incluye el nombre del servidor ("localhost" en este caso), el puerto (3306 por defecto) y el nombre de la base de datos ("universidad" en este caso).</a:t>
            </a:r>
            <a:endParaRPr/>
          </a:p>
          <a:p>
            <a:pPr indent="0" lvl="0" marL="0" rtl="0" algn="l">
              <a:spcBef>
                <a:spcPts val="1600"/>
              </a:spcBef>
              <a:spcAft>
                <a:spcPts val="0"/>
              </a:spcAft>
              <a:buClr>
                <a:schemeClr val="dk2"/>
              </a:buClr>
              <a:buSzPts val="1100"/>
              <a:buFont typeface="Arial"/>
              <a:buNone/>
            </a:pPr>
            <a:r>
              <a:rPr lang="en"/>
              <a:t>usuario: El nombre de usuario de la base de datos ("root" en este caso).</a:t>
            </a:r>
            <a:endParaRPr/>
          </a:p>
          <a:p>
            <a:pPr indent="0" lvl="0" marL="0" rtl="0" algn="l">
              <a:spcBef>
                <a:spcPts val="1600"/>
              </a:spcBef>
              <a:spcAft>
                <a:spcPts val="0"/>
              </a:spcAft>
              <a:buClr>
                <a:schemeClr val="dk2"/>
              </a:buClr>
              <a:buSzPts val="1100"/>
              <a:buFont typeface="Arial"/>
              <a:buNone/>
            </a:pPr>
            <a:r>
              <a:rPr lang="en"/>
              <a:t>pass: La contraseña del usuario de la base de datos (en este caso, está vacía, pero normalmente debería tener una contraseña segura).</a:t>
            </a:r>
            <a:endParaRPr/>
          </a:p>
          <a:p>
            <a:pPr indent="0" lvl="0" marL="0" rtl="0" algn="l">
              <a:spcBef>
                <a:spcPts val="1600"/>
              </a:spcBef>
              <a:spcAft>
                <a:spcPts val="1600"/>
              </a:spcAft>
              <a:buNone/>
            </a:pPr>
            <a:r>
              <a:t/>
            </a:r>
            <a:endParaRPr/>
          </a:p>
        </p:txBody>
      </p:sp>
      <p:pic>
        <p:nvPicPr>
          <p:cNvPr id="169" name="Google Shape;169;p28"/>
          <p:cNvPicPr preferRelativeResize="0"/>
          <p:nvPr/>
        </p:nvPicPr>
        <p:blipFill>
          <a:blip r:embed="rId3">
            <a:alphaModFix/>
          </a:blip>
          <a:stretch>
            <a:fillRect/>
          </a:stretch>
        </p:blipFill>
        <p:spPr>
          <a:xfrm>
            <a:off x="3359850" y="1095375"/>
            <a:ext cx="5438775" cy="2952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a:t>
            </a:r>
            <a:r>
              <a:rPr lang="en"/>
              <a:t>stablecer una conexión</a:t>
            </a:r>
            <a:endParaRPr/>
          </a:p>
        </p:txBody>
      </p:sp>
      <p:sp>
        <p:nvSpPr>
          <p:cNvPr id="175" name="Google Shape;175;p29"/>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Se intenta establecer una conexión a la base de datos utilizando DriverManager.getConnection() con los datos de conexión proporcionados.</a:t>
            </a:r>
            <a:endParaRPr/>
          </a:p>
        </p:txBody>
      </p:sp>
      <p:pic>
        <p:nvPicPr>
          <p:cNvPr id="176" name="Google Shape;176;p29"/>
          <p:cNvPicPr preferRelativeResize="0"/>
          <p:nvPr/>
        </p:nvPicPr>
        <p:blipFill rotWithShape="1">
          <a:blip r:embed="rId3">
            <a:alphaModFix/>
          </a:blip>
          <a:srcRect b="0" l="0" r="15916" t="0"/>
          <a:stretch/>
        </p:blipFill>
        <p:spPr>
          <a:xfrm>
            <a:off x="3432300" y="1024687"/>
            <a:ext cx="5602444" cy="3094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
            </a:r>
            <a:r>
              <a:rPr lang="en"/>
              <a:t>eclaración SQL </a:t>
            </a:r>
            <a:endParaRPr/>
          </a:p>
        </p:txBody>
      </p:sp>
      <p:sp>
        <p:nvSpPr>
          <p:cNvPr id="182" name="Google Shape;182;p30"/>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Se crea una declaración SQL (Statement) que se utilizará para enviar consultas SQL a la base de datos.</a:t>
            </a:r>
            <a:endParaRPr/>
          </a:p>
          <a:p>
            <a:pPr indent="0" lvl="0" marL="0" rtl="0" algn="l">
              <a:spcBef>
                <a:spcPts val="1600"/>
              </a:spcBef>
              <a:spcAft>
                <a:spcPts val="0"/>
              </a:spcAft>
              <a:buClr>
                <a:schemeClr val="dk2"/>
              </a:buClr>
              <a:buSzPts val="1100"/>
              <a:buFont typeface="Arial"/>
              <a:buNone/>
            </a:pPr>
            <a:r>
              <a:t/>
            </a:r>
            <a:endParaRPr/>
          </a:p>
          <a:p>
            <a:pPr indent="0" lvl="0" marL="0" rtl="0" algn="l">
              <a:spcBef>
                <a:spcPts val="1600"/>
              </a:spcBef>
              <a:spcAft>
                <a:spcPts val="1600"/>
              </a:spcAft>
              <a:buNone/>
            </a:pPr>
            <a:r>
              <a:t/>
            </a:r>
            <a:endParaRPr/>
          </a:p>
        </p:txBody>
      </p:sp>
      <p:pic>
        <p:nvPicPr>
          <p:cNvPr id="183" name="Google Shape;183;p30"/>
          <p:cNvPicPr preferRelativeResize="0"/>
          <p:nvPr/>
        </p:nvPicPr>
        <p:blipFill>
          <a:blip r:embed="rId3">
            <a:alphaModFix/>
          </a:blip>
          <a:stretch>
            <a:fillRect/>
          </a:stretch>
        </p:blipFill>
        <p:spPr>
          <a:xfrm>
            <a:off x="3127500" y="871950"/>
            <a:ext cx="5852025" cy="3138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 consulta</a:t>
            </a:r>
            <a:endParaRPr/>
          </a:p>
        </p:txBody>
      </p:sp>
      <p:sp>
        <p:nvSpPr>
          <p:cNvPr id="189" name="Google Shape;189;p31"/>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Se ejecuta una consulta SQL para seleccionar todos los datos de la tabla "estudiantes" y se almacena el resultado en un objeto ResultSet.</a:t>
            </a:r>
            <a:endParaRPr/>
          </a:p>
        </p:txBody>
      </p:sp>
      <p:pic>
        <p:nvPicPr>
          <p:cNvPr id="190" name="Google Shape;190;p31"/>
          <p:cNvPicPr preferRelativeResize="0"/>
          <p:nvPr/>
        </p:nvPicPr>
        <p:blipFill rotWithShape="1">
          <a:blip r:embed="rId3">
            <a:alphaModFix/>
          </a:blip>
          <a:srcRect b="0" l="4016" r="14177" t="0"/>
          <a:stretch/>
        </p:blipFill>
        <p:spPr>
          <a:xfrm>
            <a:off x="3127500" y="1372500"/>
            <a:ext cx="5907674" cy="2331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t>
            </a:r>
            <a:r>
              <a:rPr lang="en"/>
              <a:t>esultados </a:t>
            </a:r>
            <a:endParaRPr/>
          </a:p>
        </p:txBody>
      </p:sp>
      <p:sp>
        <p:nvSpPr>
          <p:cNvPr id="196" name="Google Shape;196;p32"/>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 itera a través de los resultados utilizando un bucle while y se recuperan los datos de cada fila (ID, nombre, apellido, legajo y DNI).</a:t>
            </a:r>
            <a:endParaRPr/>
          </a:p>
          <a:p>
            <a:pPr indent="0" lvl="0" marL="0" rtl="0" algn="l">
              <a:spcBef>
                <a:spcPts val="1600"/>
              </a:spcBef>
              <a:spcAft>
                <a:spcPts val="0"/>
              </a:spcAft>
              <a:buNone/>
            </a:pPr>
            <a:r>
              <a:rPr lang="en"/>
              <a:t>Se imprimen los datos de cada estudiante en la consola.</a:t>
            </a:r>
            <a:endParaRPr/>
          </a:p>
          <a:p>
            <a:pPr indent="0" lvl="0" marL="0" rtl="0" algn="l">
              <a:spcBef>
                <a:spcPts val="1600"/>
              </a:spcBef>
              <a:spcAft>
                <a:spcPts val="0"/>
              </a:spcAft>
              <a:buNone/>
            </a:pPr>
            <a:r>
              <a:t/>
            </a:r>
            <a:endParaRPr/>
          </a:p>
          <a:p>
            <a:pPr indent="0" lvl="0" marL="0" rtl="0" algn="l">
              <a:spcBef>
                <a:spcPts val="1600"/>
              </a:spcBef>
              <a:spcAft>
                <a:spcPts val="0"/>
              </a:spcAft>
              <a:buClr>
                <a:schemeClr val="dk2"/>
              </a:buClr>
              <a:buSzPts val="1100"/>
              <a:buFont typeface="Arial"/>
              <a:buNone/>
            </a:pPr>
            <a:r>
              <a:t/>
            </a:r>
            <a:endParaRPr/>
          </a:p>
          <a:p>
            <a:pPr indent="0" lvl="0" marL="0" rtl="0" algn="l">
              <a:spcBef>
                <a:spcPts val="1600"/>
              </a:spcBef>
              <a:spcAft>
                <a:spcPts val="0"/>
              </a:spcAft>
              <a:buClr>
                <a:schemeClr val="dk2"/>
              </a:buClr>
              <a:buSzPts val="1100"/>
              <a:buFont typeface="Arial"/>
              <a:buNone/>
            </a:pPr>
            <a:r>
              <a:t/>
            </a:r>
            <a:endParaRPr/>
          </a:p>
          <a:p>
            <a:pPr indent="0" lvl="0" marL="0" rtl="0" algn="l">
              <a:spcBef>
                <a:spcPts val="1600"/>
              </a:spcBef>
              <a:spcAft>
                <a:spcPts val="1600"/>
              </a:spcAft>
              <a:buNone/>
            </a:pPr>
            <a:r>
              <a:t/>
            </a:r>
            <a:endParaRPr/>
          </a:p>
        </p:txBody>
      </p:sp>
      <p:pic>
        <p:nvPicPr>
          <p:cNvPr id="197" name="Google Shape;197;p32"/>
          <p:cNvPicPr preferRelativeResize="0"/>
          <p:nvPr/>
        </p:nvPicPr>
        <p:blipFill>
          <a:blip r:embed="rId3">
            <a:alphaModFix/>
          </a:blip>
          <a:stretch>
            <a:fillRect/>
          </a:stretch>
        </p:blipFill>
        <p:spPr>
          <a:xfrm>
            <a:off x="3226600" y="832688"/>
            <a:ext cx="5711701" cy="347812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 cierran los recursos</a:t>
            </a:r>
            <a:endParaRPr/>
          </a:p>
        </p:txBody>
      </p:sp>
      <p:sp>
        <p:nvSpPr>
          <p:cNvPr id="203" name="Google Shape;203;p33"/>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Se cierran los recursos en un bloque try-catch-finally para garantizar que la conexión y otros recursos se cierren adecuadamente, incluso en caso de excepción.</a:t>
            </a:r>
            <a:endParaRPr/>
          </a:p>
        </p:txBody>
      </p:sp>
      <p:pic>
        <p:nvPicPr>
          <p:cNvPr id="204" name="Google Shape;204;p33"/>
          <p:cNvPicPr preferRelativeResize="0"/>
          <p:nvPr/>
        </p:nvPicPr>
        <p:blipFill>
          <a:blip r:embed="rId3">
            <a:alphaModFix/>
          </a:blip>
          <a:stretch>
            <a:fillRect/>
          </a:stretch>
        </p:blipFill>
        <p:spPr>
          <a:xfrm>
            <a:off x="3413150" y="752025"/>
            <a:ext cx="5189525" cy="3565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a:t>
            </a:r>
            <a:r>
              <a:rPr lang="en"/>
              <a:t>xcepción </a:t>
            </a:r>
            <a:endParaRPr/>
          </a:p>
        </p:txBody>
      </p:sp>
      <p:sp>
        <p:nvSpPr>
          <p:cNvPr id="210" name="Google Shape;210;p34"/>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Si se produce alguna excepción durante la conexión o la consulta, se captura y se imprime en la consola utilizando e.printStackTrace(). Esto es útil para identificar cualquier problema de conexión o consulta que pueda ocurrir.</a:t>
            </a:r>
            <a:endParaRPr/>
          </a:p>
          <a:p>
            <a:pPr indent="0" lvl="0" marL="0" rtl="0" algn="l">
              <a:spcBef>
                <a:spcPts val="1600"/>
              </a:spcBef>
              <a:spcAft>
                <a:spcPts val="0"/>
              </a:spcAft>
              <a:buClr>
                <a:schemeClr val="dk2"/>
              </a:buClr>
              <a:buSzPts val="1100"/>
              <a:buFont typeface="Arial"/>
              <a:buNone/>
            </a:pPr>
            <a:r>
              <a:t/>
            </a:r>
            <a:endParaRPr/>
          </a:p>
          <a:p>
            <a:pPr indent="0" lvl="0" marL="0" rtl="0" algn="l">
              <a:spcBef>
                <a:spcPts val="1600"/>
              </a:spcBef>
              <a:spcAft>
                <a:spcPts val="1600"/>
              </a:spcAft>
              <a:buNone/>
            </a:pPr>
            <a:r>
              <a:t/>
            </a:r>
            <a:endParaRPr/>
          </a:p>
        </p:txBody>
      </p:sp>
      <p:pic>
        <p:nvPicPr>
          <p:cNvPr id="211" name="Google Shape;211;p34"/>
          <p:cNvPicPr preferRelativeResize="0"/>
          <p:nvPr/>
        </p:nvPicPr>
        <p:blipFill>
          <a:blip r:embed="rId3">
            <a:alphaModFix/>
          </a:blip>
          <a:stretch>
            <a:fillRect/>
          </a:stretch>
        </p:blipFill>
        <p:spPr>
          <a:xfrm>
            <a:off x="3719625" y="1102225"/>
            <a:ext cx="4822325" cy="2939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