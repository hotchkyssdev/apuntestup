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</p:sldIdLst>
  <p:sldSz cx="9144000" cy="5143500" type="screen16x9"/>
  <p:notesSz cx="6858000" cy="9144000"/>
  <p:embeddedFontLst>
    <p:embeddedFont>
      <p:font typeface="Montserrat" pitchFamily="2" charset="77"/>
      <p:regular r:id="rId19"/>
      <p:bold r:id="rId20"/>
      <p:italic r:id="rId21"/>
      <p:boldItalic r:id="rId22"/>
    </p:embeddedFont>
    <p:embeddedFont>
      <p:font typeface="Montserrat ExtraBold" pitchFamily="2" charset="77"/>
      <p:bold r:id="rId23"/>
      <p:italic r:id="rId24"/>
      <p:boldItalic r:id="rId25"/>
    </p:embeddedFont>
    <p:embeddedFont>
      <p:font typeface="Montserrat Medium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5"/>
    <p:restoredTop sz="94740"/>
  </p:normalViewPr>
  <p:slideViewPr>
    <p:cSldViewPr snapToGrid="0">
      <p:cViewPr varScale="1">
        <p:scale>
          <a:sx n="179" d="100"/>
          <a:sy n="179" d="100"/>
        </p:scale>
        <p:origin x="11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139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19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405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7429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44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841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7102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184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7001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825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4c32d58e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4c32d58e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968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299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425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f4c32d58e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f4c32d58e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2623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4c32d58e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4c32d58e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23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4677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Variables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3325" y="113350"/>
            <a:ext cx="8520600" cy="4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I</a:t>
            </a:r>
            <a:endParaRPr sz="170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80218"/>
            <a:ext cx="8520600" cy="94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Variables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07168" y="1243014"/>
            <a:ext cx="8701087" cy="264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contexto de las funciones en Java, las variables locales y globales se refieren a cómo se almacenan y acceden a las variables dentro de una función y en el ámbito más amplio del programa.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uso excesivo de variables globales puede hacer que el código sea más difícil de entender y depurar.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recomienda utilizar variables locales siempre que sea posible, ya que tienen un ámbito más limitado y son más seguras en términos de encapsulamiento y mantenibilidad del código.</a:t>
            </a:r>
          </a:p>
        </p:txBody>
      </p:sp>
    </p:spTree>
    <p:extLst>
      <p:ext uri="{BB962C8B-B14F-4D97-AF65-F5344CB8AC3E}">
        <p14:creationId xmlns:p14="http://schemas.microsoft.com/office/powerpoint/2010/main" val="80107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Variables locales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variables locales son variables declaradas dentro de una función y solo son accesibles dentro de esa función.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Estas variables tienen un ámbito limitado que se extiende desde el punto donde se declaran hasta el final de la función donde están definidas.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variables locales se crean cuando la función se llama y se eliminan cuando la función termina su ejecución.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se puede acceder a las variables locales desde fuera de la función en la que se declaran.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variables locales deben ser inicializadas antes de ser utilizadas en la función.</a:t>
            </a:r>
          </a:p>
        </p:txBody>
      </p:sp>
    </p:spTree>
    <p:extLst>
      <p:ext uri="{BB962C8B-B14F-4D97-AF65-F5344CB8AC3E}">
        <p14:creationId xmlns:p14="http://schemas.microsoft.com/office/powerpoint/2010/main" val="46487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Ejemplo de variables locales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CB1E48-3496-5772-1053-EDEEBA6BD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79442"/>
            <a:ext cx="6243638" cy="342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0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Variables globales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variables globales son variables declaradas fuera de cualquier función y son accesibles desde cualquier parte del programa.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Estas variables tienen un ámbito que se extiende a lo largo de todo el programa.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variables globales se crean cuando se inicia el programa y se destruyen cuando el programa termina su ejecución.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18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Pueden ser accedidas y modificadas por cualquier función en el programa.</a:t>
            </a:r>
          </a:p>
        </p:txBody>
      </p:sp>
    </p:spTree>
    <p:extLst>
      <p:ext uri="{BB962C8B-B14F-4D97-AF65-F5344CB8AC3E}">
        <p14:creationId xmlns:p14="http://schemas.microsoft.com/office/powerpoint/2010/main" val="232375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Ejemplo de variables Globales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B23F9-387F-893E-E4EB-6B8BCB280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6075522" cy="33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0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80217"/>
            <a:ext cx="8520600" cy="18557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Pasaje de Parámetros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321594" y="2030448"/>
            <a:ext cx="6357937" cy="178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pasaje de parámetros se refiere a cómo se transfieren los valores entre una función y la parte del programa que la llama. En Java, existen principalmente dos formas de pasar parámetros a una función: por valor y por referencia.</a:t>
            </a:r>
          </a:p>
        </p:txBody>
      </p:sp>
    </p:spTree>
    <p:extLst>
      <p:ext uri="{BB962C8B-B14F-4D97-AF65-F5344CB8AC3E}">
        <p14:creationId xmlns:p14="http://schemas.microsoft.com/office/powerpoint/2010/main" val="402959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Pasaje de parámetros por valor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pasaje por valor, se pasa una copia del valor de la variable como argumento a la función.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función trabaja con una copia de la variable original y cualquier modificación realizada en la copia no afecta a la variable original.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Este es el método predeterminado para pasar parámetros en Java para tipos primitivos y objetos inmutables.</a:t>
            </a:r>
          </a:p>
        </p:txBody>
      </p:sp>
    </p:spTree>
    <p:extLst>
      <p:ext uri="{BB962C8B-B14F-4D97-AF65-F5344CB8AC3E}">
        <p14:creationId xmlns:p14="http://schemas.microsoft.com/office/powerpoint/2010/main" val="361552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Pasaje de parámetros por valor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0EF9ED-7309-BBFA-C6B8-50D864DE2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74847"/>
            <a:ext cx="6728736" cy="298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105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Pasaje de parámetros por referencia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el pasaje por referencia, se pasa una referencia a la variable como argumento a la función.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 función trabaja con la misma instancia de objeto que la variable original y cualquier modificación realizada en la referencia dentro de la función afecta a la variable original.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Este método se utiliza para pasar parámetros en Java para objetos mutables.</a:t>
            </a:r>
          </a:p>
        </p:txBody>
      </p:sp>
    </p:spTree>
    <p:extLst>
      <p:ext uri="{BB962C8B-B14F-4D97-AF65-F5344CB8AC3E}">
        <p14:creationId xmlns:p14="http://schemas.microsoft.com/office/powerpoint/2010/main" val="203966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Pasaje de parámetros por referencia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2D767-293A-28A5-9FE5-C1C7F7939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40695"/>
            <a:ext cx="6604334" cy="32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1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80217"/>
            <a:ext cx="8520600" cy="18557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Parámetros nominales y efectivos</a:t>
            </a:r>
            <a:endParaRPr dirty="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321594" y="2030448"/>
            <a:ext cx="6357937" cy="178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parámetros nominales y efectivos son conceptos relacionados con la forma en que se definen y utilizan los parámetros en una función o método</a:t>
            </a:r>
          </a:p>
        </p:txBody>
      </p:sp>
    </p:spTree>
    <p:extLst>
      <p:ext uri="{BB962C8B-B14F-4D97-AF65-F5344CB8AC3E}">
        <p14:creationId xmlns:p14="http://schemas.microsoft.com/office/powerpoint/2010/main" val="174300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Parámetros nominales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parámetros nominales son los nombres de los parámetros que se definen en la declaración de la función o método.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Estos nombres son utilizados para identificar los valores que se pasan a la función cuando se llama.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Son útiles para proporcionar significado y contexto a los valores que se pasan a la función.</a:t>
            </a:r>
          </a:p>
        </p:txBody>
      </p:sp>
    </p:spTree>
    <p:extLst>
      <p:ext uri="{BB962C8B-B14F-4D97-AF65-F5344CB8AC3E}">
        <p14:creationId xmlns:p14="http://schemas.microsoft.com/office/powerpoint/2010/main" val="233733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Parámetros nominales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237F5-075B-A5EF-07AD-BD1A0EB3F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92" y="1407196"/>
            <a:ext cx="6327250" cy="13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6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Parámetros efectivos</a:t>
            </a: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438B5FB7-9F99-5FA0-0F60-895A500C837F}"/>
              </a:ext>
            </a:extLst>
          </p:cNvPr>
          <p:cNvSpPr txBox="1"/>
          <p:nvPr/>
        </p:nvSpPr>
        <p:spPr>
          <a:xfrm>
            <a:off x="371475" y="1050131"/>
            <a:ext cx="8456650" cy="38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parámetros efectivos son los valores reales que se pasan a la función cuando se llama.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Estos valores pueden ser constantes, variables o expresiones que coinciden con los tipos de datos y el número de parámetros definidos en la función.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s-419" sz="2400" dirty="0">
                <a:solidFill>
                  <a:schemeClr val="tx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parámetros efectivos son los valores que la función utiliza para llevar a cabo sus operaciones.</a:t>
            </a:r>
          </a:p>
        </p:txBody>
      </p:sp>
    </p:spTree>
    <p:extLst>
      <p:ext uri="{BB962C8B-B14F-4D97-AF65-F5344CB8AC3E}">
        <p14:creationId xmlns:p14="http://schemas.microsoft.com/office/powerpoint/2010/main" val="490187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 sz="2920" b="1" dirty="0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Parámetros efectivos</a:t>
            </a:r>
            <a:endParaRPr sz="2920" b="1" dirty="0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2C6BB3-0836-DE5A-4750-BD3E22702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15" y="1374968"/>
            <a:ext cx="6546905" cy="68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248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610</Words>
  <Application>Microsoft Macintosh PowerPoint</Application>
  <PresentationFormat>On-screen Show (16:9)</PresentationFormat>
  <Paragraphs>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Montserrat Medium</vt:lpstr>
      <vt:lpstr>Montserrat ExtraBold</vt:lpstr>
      <vt:lpstr>Montserrat</vt:lpstr>
      <vt:lpstr>Arial</vt:lpstr>
      <vt:lpstr>Simple Light</vt:lpstr>
      <vt:lpstr>Variables</vt:lpstr>
      <vt:lpstr>Variables</vt:lpstr>
      <vt:lpstr>Variables locales</vt:lpstr>
      <vt:lpstr>Ejemplo de variables locales</vt:lpstr>
      <vt:lpstr>Variables globales</vt:lpstr>
      <vt:lpstr>Ejemplo de variables Globales</vt:lpstr>
      <vt:lpstr>Pasaje de Parámetros</vt:lpstr>
      <vt:lpstr>Pasaje de parámetros por valor</vt:lpstr>
      <vt:lpstr>Pasaje de parámetros por valor</vt:lpstr>
      <vt:lpstr>Pasaje de parámetros por referencia</vt:lpstr>
      <vt:lpstr>Pasaje de parámetros por referencia</vt:lpstr>
      <vt:lpstr>Parámetros nominales y efectivos</vt:lpstr>
      <vt:lpstr>Parámetros nominales</vt:lpstr>
      <vt:lpstr>Parámetros nominales</vt:lpstr>
      <vt:lpstr>Parámetros efectivos</vt:lpstr>
      <vt:lpstr>Parámetros efectivos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control de Flujo: Iteradores</dc:title>
  <cp:lastModifiedBy>Facundo Uferer</cp:lastModifiedBy>
  <cp:revision>15</cp:revision>
  <dcterms:modified xsi:type="dcterms:W3CDTF">2024-05-10T19:36:33Z</dcterms:modified>
</cp:coreProperties>
</file>