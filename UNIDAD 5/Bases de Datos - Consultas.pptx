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5143500" cx="9144000"/>
  <p:notesSz cx="6858000" cy="9144000"/>
  <p:embeddedFontLst>
    <p:embeddedFont>
      <p:font typeface="Raleway"/>
      <p:regular r:id="rId14"/>
      <p:bold r:id="rId15"/>
      <p:italic r:id="rId16"/>
      <p:boldItalic r:id="rId17"/>
    </p:embeddedFont>
    <p:embeddedFont>
      <p:font typeface="Lato"/>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ato-italic.fntdata"/><Relationship Id="rId11" Type="http://schemas.openxmlformats.org/officeDocument/2006/relationships/slide" Target="slides/slide6.xml"/><Relationship Id="rId10" Type="http://schemas.openxmlformats.org/officeDocument/2006/relationships/slide" Target="slides/slide5.xml"/><Relationship Id="rId21" Type="http://schemas.openxmlformats.org/officeDocument/2006/relationships/font" Target="fonts/Lato-bold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Raleway-bold.fntdata"/><Relationship Id="rId14" Type="http://schemas.openxmlformats.org/officeDocument/2006/relationships/font" Target="fonts/Raleway-regular.fntdata"/><Relationship Id="rId17" Type="http://schemas.openxmlformats.org/officeDocument/2006/relationships/font" Target="fonts/Raleway-boldItalic.fntdata"/><Relationship Id="rId16" Type="http://schemas.openxmlformats.org/officeDocument/2006/relationships/font" Target="fonts/Raleway-italic.fntdata"/><Relationship Id="rId5" Type="http://schemas.openxmlformats.org/officeDocument/2006/relationships/notesMaster" Target="notesMasters/notesMaster1.xml"/><Relationship Id="rId19" Type="http://schemas.openxmlformats.org/officeDocument/2006/relationships/font" Target="fonts/Lato-bold.fntdata"/><Relationship Id="rId6" Type="http://schemas.openxmlformats.org/officeDocument/2006/relationships/slide" Target="slides/slide1.xml"/><Relationship Id="rId18" Type="http://schemas.openxmlformats.org/officeDocument/2006/relationships/font" Target="fonts/Lato-regular.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5ec091471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5ec091471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27ed06e5ce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27ed06e5ce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282184349ed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282184349ed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282184349ed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282184349ed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282184349ed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282184349ed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282184349ed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282184349ed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282184349ed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282184349ed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282184349ed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282184349ed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cxnSp>
        <p:nvCxnSpPr>
          <p:cNvPr id="10" name="Google Shape;10;p2"/>
          <p:cNvCxnSpPr/>
          <p:nvPr/>
        </p:nvCxnSpPr>
        <p:spPr>
          <a:xfrm>
            <a:off x="2477724" y="415650"/>
            <a:ext cx="6244200" cy="0"/>
          </a:xfrm>
          <a:prstGeom prst="straightConnector1">
            <a:avLst/>
          </a:prstGeom>
          <a:noFill/>
          <a:ln cap="flat" cmpd="sng" w="38100">
            <a:solidFill>
              <a:schemeClr val="lt1"/>
            </a:solidFill>
            <a:prstDash val="solid"/>
            <a:round/>
            <a:headEnd len="sm" w="sm" type="none"/>
            <a:tailEnd len="sm" w="sm" type="none"/>
          </a:ln>
        </p:spPr>
      </p:cxnSp>
      <p:cxnSp>
        <p:nvCxnSpPr>
          <p:cNvPr id="11" name="Google Shape;11;p2"/>
          <p:cNvCxnSpPr/>
          <p:nvPr/>
        </p:nvCxnSpPr>
        <p:spPr>
          <a:xfrm>
            <a:off x="2477724" y="4740000"/>
            <a:ext cx="6244200" cy="0"/>
          </a:xfrm>
          <a:prstGeom prst="straightConnector1">
            <a:avLst/>
          </a:prstGeom>
          <a:noFill/>
          <a:ln cap="flat" cmpd="sng" w="19050">
            <a:solidFill>
              <a:schemeClr val="lt1"/>
            </a:solidFill>
            <a:prstDash val="solid"/>
            <a:round/>
            <a:headEnd len="sm" w="sm" type="none"/>
            <a:tailEnd len="sm" w="sm" type="none"/>
          </a:ln>
        </p:spPr>
      </p:cxnSp>
      <p:cxnSp>
        <p:nvCxnSpPr>
          <p:cNvPr id="12" name="Google Shape;12;p2"/>
          <p:cNvCxnSpPr/>
          <p:nvPr/>
        </p:nvCxnSpPr>
        <p:spPr>
          <a:xfrm>
            <a:off x="425198" y="415650"/>
            <a:ext cx="183300" cy="0"/>
          </a:xfrm>
          <a:prstGeom prst="straightConnector1">
            <a:avLst/>
          </a:prstGeom>
          <a:noFill/>
          <a:ln cap="flat" cmpd="sng" w="19050">
            <a:solidFill>
              <a:schemeClr val="lt1"/>
            </a:solidFill>
            <a:prstDash val="solid"/>
            <a:round/>
            <a:headEnd len="sm" w="sm" type="none"/>
            <a:tailEnd len="sm" w="sm" type="none"/>
          </a:ln>
        </p:spPr>
      </p:cxnSp>
      <p:sp>
        <p:nvSpPr>
          <p:cNvPr id="13" name="Google Shape;13;p2"/>
          <p:cNvSpPr txBox="1"/>
          <p:nvPr>
            <p:ph type="ctrTitle"/>
          </p:nvPr>
        </p:nvSpPr>
        <p:spPr>
          <a:xfrm>
            <a:off x="2371725" y="630225"/>
            <a:ext cx="6331500" cy="15420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14" name="Google Shape;14;p2"/>
          <p:cNvSpPr txBox="1"/>
          <p:nvPr>
            <p:ph idx="1" type="subTitle"/>
          </p:nvPr>
        </p:nvSpPr>
        <p:spPr>
          <a:xfrm>
            <a:off x="2390267" y="3238450"/>
            <a:ext cx="6331500" cy="12417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15" name="Google Shape;15;p2"/>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6" name="Shape 16"/>
        <p:cNvGrpSpPr/>
        <p:nvPr/>
      </p:nvGrpSpPr>
      <p:grpSpPr>
        <a:xfrm>
          <a:off x="0" y="0"/>
          <a:ext cx="0" cy="0"/>
          <a:chOff x="0" y="0"/>
          <a:chExt cx="0" cy="0"/>
        </a:xfrm>
      </p:grpSpPr>
      <p:cxnSp>
        <p:nvCxnSpPr>
          <p:cNvPr id="17" name="Google Shape;17;p3"/>
          <p:cNvCxnSpPr/>
          <p:nvPr/>
        </p:nvCxnSpPr>
        <p:spPr>
          <a:xfrm>
            <a:off x="425200" y="415650"/>
            <a:ext cx="8296800" cy="0"/>
          </a:xfrm>
          <a:prstGeom prst="straightConnector1">
            <a:avLst/>
          </a:prstGeom>
          <a:noFill/>
          <a:ln cap="flat" cmpd="sng" w="38100">
            <a:solidFill>
              <a:schemeClr val="lt1"/>
            </a:solidFill>
            <a:prstDash val="solid"/>
            <a:round/>
            <a:headEnd len="sm" w="sm" type="none"/>
            <a:tailEnd len="sm" w="sm" type="none"/>
          </a:ln>
        </p:spPr>
      </p:cxnSp>
      <p:cxnSp>
        <p:nvCxnSpPr>
          <p:cNvPr id="18" name="Google Shape;18;p3"/>
          <p:cNvCxnSpPr/>
          <p:nvPr/>
        </p:nvCxnSpPr>
        <p:spPr>
          <a:xfrm>
            <a:off x="425200" y="4740000"/>
            <a:ext cx="8296800" cy="0"/>
          </a:xfrm>
          <a:prstGeom prst="straightConnector1">
            <a:avLst/>
          </a:prstGeom>
          <a:noFill/>
          <a:ln cap="flat" cmpd="sng" w="19050">
            <a:solidFill>
              <a:schemeClr val="lt1"/>
            </a:solidFill>
            <a:prstDash val="solid"/>
            <a:round/>
            <a:headEnd len="sm" w="sm" type="none"/>
            <a:tailEnd len="sm" w="sm" type="none"/>
          </a:ln>
        </p:spPr>
      </p:cxnSp>
      <p:sp>
        <p:nvSpPr>
          <p:cNvPr id="19" name="Google Shape;19;p3"/>
          <p:cNvSpPr txBox="1"/>
          <p:nvPr>
            <p:ph type="title"/>
          </p:nvPr>
        </p:nvSpPr>
        <p:spPr>
          <a:xfrm>
            <a:off x="406425" y="1806825"/>
            <a:ext cx="8296800" cy="15420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4800"/>
              <a:buNone/>
              <a:defRPr sz="4800">
                <a:solidFill>
                  <a:schemeClr val="lt1"/>
                </a:solidFill>
              </a:defRPr>
            </a:lvl1pPr>
            <a:lvl2pPr lvl="1" algn="ctr">
              <a:spcBef>
                <a:spcPts val="0"/>
              </a:spcBef>
              <a:spcAft>
                <a:spcPts val="0"/>
              </a:spcAft>
              <a:buClr>
                <a:schemeClr val="lt1"/>
              </a:buClr>
              <a:buSzPts val="4800"/>
              <a:buNone/>
              <a:defRPr sz="4800">
                <a:solidFill>
                  <a:schemeClr val="lt1"/>
                </a:solidFill>
              </a:defRPr>
            </a:lvl2pPr>
            <a:lvl3pPr lvl="2" algn="ctr">
              <a:spcBef>
                <a:spcPts val="0"/>
              </a:spcBef>
              <a:spcAft>
                <a:spcPts val="0"/>
              </a:spcAft>
              <a:buClr>
                <a:schemeClr val="lt1"/>
              </a:buClr>
              <a:buSzPts val="4800"/>
              <a:buNone/>
              <a:defRPr sz="4800">
                <a:solidFill>
                  <a:schemeClr val="lt1"/>
                </a:solidFill>
              </a:defRPr>
            </a:lvl3pPr>
            <a:lvl4pPr lvl="3" algn="ctr">
              <a:spcBef>
                <a:spcPts val="0"/>
              </a:spcBef>
              <a:spcAft>
                <a:spcPts val="0"/>
              </a:spcAft>
              <a:buClr>
                <a:schemeClr val="lt1"/>
              </a:buClr>
              <a:buSzPts val="4800"/>
              <a:buNone/>
              <a:defRPr sz="4800">
                <a:solidFill>
                  <a:schemeClr val="lt1"/>
                </a:solidFill>
              </a:defRPr>
            </a:lvl4pPr>
            <a:lvl5pPr lvl="4" algn="ctr">
              <a:spcBef>
                <a:spcPts val="0"/>
              </a:spcBef>
              <a:spcAft>
                <a:spcPts val="0"/>
              </a:spcAft>
              <a:buClr>
                <a:schemeClr val="lt1"/>
              </a:buClr>
              <a:buSzPts val="4800"/>
              <a:buNone/>
              <a:defRPr sz="4800">
                <a:solidFill>
                  <a:schemeClr val="lt1"/>
                </a:solidFill>
              </a:defRPr>
            </a:lvl5pPr>
            <a:lvl6pPr lvl="5" algn="ctr">
              <a:spcBef>
                <a:spcPts val="0"/>
              </a:spcBef>
              <a:spcAft>
                <a:spcPts val="0"/>
              </a:spcAft>
              <a:buClr>
                <a:schemeClr val="lt1"/>
              </a:buClr>
              <a:buSzPts val="4800"/>
              <a:buNone/>
              <a:defRPr sz="4800">
                <a:solidFill>
                  <a:schemeClr val="lt1"/>
                </a:solidFill>
              </a:defRPr>
            </a:lvl6pPr>
            <a:lvl7pPr lvl="6" algn="ctr">
              <a:spcBef>
                <a:spcPts val="0"/>
              </a:spcBef>
              <a:spcAft>
                <a:spcPts val="0"/>
              </a:spcAft>
              <a:buClr>
                <a:schemeClr val="lt1"/>
              </a:buClr>
              <a:buSzPts val="4800"/>
              <a:buNone/>
              <a:defRPr sz="4800">
                <a:solidFill>
                  <a:schemeClr val="lt1"/>
                </a:solidFill>
              </a:defRPr>
            </a:lvl7pPr>
            <a:lvl8pPr lvl="7" algn="ctr">
              <a:spcBef>
                <a:spcPts val="0"/>
              </a:spcBef>
              <a:spcAft>
                <a:spcPts val="0"/>
              </a:spcAft>
              <a:buClr>
                <a:schemeClr val="lt1"/>
              </a:buClr>
              <a:buSzPts val="4800"/>
              <a:buNone/>
              <a:defRPr sz="4800">
                <a:solidFill>
                  <a:schemeClr val="lt1"/>
                </a:solidFill>
              </a:defRPr>
            </a:lvl8pPr>
            <a:lvl9pPr lvl="8" algn="ctr">
              <a:spcBef>
                <a:spcPts val="0"/>
              </a:spcBef>
              <a:spcAft>
                <a:spcPts val="0"/>
              </a:spcAft>
              <a:buClr>
                <a:schemeClr val="lt1"/>
              </a:buClr>
              <a:buSzPts val="4800"/>
              <a:buNone/>
              <a:defRPr sz="4800">
                <a:solidFill>
                  <a:schemeClr val="lt1"/>
                </a:solidFill>
              </a:defRPr>
            </a:lvl9pPr>
          </a:lstStyle>
          <a:p/>
        </p:txBody>
      </p:sp>
      <p:sp>
        <p:nvSpPr>
          <p:cNvPr id="20" name="Google Shape;20;p3"/>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1" name="Shape 21"/>
        <p:cNvGrpSpPr/>
        <p:nvPr/>
      </p:nvGrpSpPr>
      <p:grpSpPr>
        <a:xfrm>
          <a:off x="0" y="0"/>
          <a:ext cx="0" cy="0"/>
          <a:chOff x="0" y="0"/>
          <a:chExt cx="0" cy="0"/>
        </a:xfrm>
      </p:grpSpPr>
      <p:cxnSp>
        <p:nvCxnSpPr>
          <p:cNvPr id="22" name="Google Shape;22;p4"/>
          <p:cNvCxnSpPr/>
          <p:nvPr/>
        </p:nvCxnSpPr>
        <p:spPr>
          <a:xfrm>
            <a:off x="2477724" y="415650"/>
            <a:ext cx="6244200" cy="0"/>
          </a:xfrm>
          <a:prstGeom prst="straightConnector1">
            <a:avLst/>
          </a:prstGeom>
          <a:noFill/>
          <a:ln cap="flat" cmpd="sng" w="38100">
            <a:solidFill>
              <a:schemeClr val="dk2"/>
            </a:solidFill>
            <a:prstDash val="solid"/>
            <a:round/>
            <a:headEnd len="sm" w="sm" type="none"/>
            <a:tailEnd len="sm" w="sm" type="none"/>
          </a:ln>
        </p:spPr>
      </p:cxnSp>
      <p:cxnSp>
        <p:nvCxnSpPr>
          <p:cNvPr id="23" name="Google Shape;23;p4"/>
          <p:cNvCxnSpPr/>
          <p:nvPr/>
        </p:nvCxnSpPr>
        <p:spPr>
          <a:xfrm>
            <a:off x="2477724" y="4740000"/>
            <a:ext cx="6244200" cy="0"/>
          </a:xfrm>
          <a:prstGeom prst="straightConnector1">
            <a:avLst/>
          </a:prstGeom>
          <a:noFill/>
          <a:ln cap="flat" cmpd="sng" w="19050">
            <a:solidFill>
              <a:schemeClr val="dk2"/>
            </a:solidFill>
            <a:prstDash val="solid"/>
            <a:round/>
            <a:headEnd len="sm" w="sm" type="none"/>
            <a:tailEnd len="sm" w="sm" type="none"/>
          </a:ln>
        </p:spPr>
      </p:cxnSp>
      <p:cxnSp>
        <p:nvCxnSpPr>
          <p:cNvPr id="24" name="Google Shape;24;p4"/>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25" name="Google Shape;25;p4"/>
          <p:cNvSpPr txBox="1"/>
          <p:nvPr>
            <p:ph type="title"/>
          </p:nvPr>
        </p:nvSpPr>
        <p:spPr>
          <a:xfrm>
            <a:off x="2400250" y="575950"/>
            <a:ext cx="6321600" cy="6354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4"/>
          <p:cNvSpPr txBox="1"/>
          <p:nvPr>
            <p:ph idx="1" type="body"/>
          </p:nvPr>
        </p:nvSpPr>
        <p:spPr>
          <a:xfrm>
            <a:off x="2410112" y="1595776"/>
            <a:ext cx="6321600" cy="3002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7" name="Google Shape;27;p4"/>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8" name="Shape 28"/>
        <p:cNvGrpSpPr/>
        <p:nvPr/>
      </p:nvGrpSpPr>
      <p:grpSpPr>
        <a:xfrm>
          <a:off x="0" y="0"/>
          <a:ext cx="0" cy="0"/>
          <a:chOff x="0" y="0"/>
          <a:chExt cx="0" cy="0"/>
        </a:xfrm>
      </p:grpSpPr>
      <p:cxnSp>
        <p:nvCxnSpPr>
          <p:cNvPr id="29" name="Google Shape;29;p5"/>
          <p:cNvCxnSpPr/>
          <p:nvPr/>
        </p:nvCxnSpPr>
        <p:spPr>
          <a:xfrm>
            <a:off x="2477724" y="415650"/>
            <a:ext cx="6244200" cy="0"/>
          </a:xfrm>
          <a:prstGeom prst="straightConnector1">
            <a:avLst/>
          </a:prstGeom>
          <a:noFill/>
          <a:ln cap="flat" cmpd="sng" w="38100">
            <a:solidFill>
              <a:schemeClr val="dk2"/>
            </a:solidFill>
            <a:prstDash val="solid"/>
            <a:round/>
            <a:headEnd len="sm" w="sm" type="none"/>
            <a:tailEnd len="sm" w="sm" type="none"/>
          </a:ln>
        </p:spPr>
      </p:cxnSp>
      <p:cxnSp>
        <p:nvCxnSpPr>
          <p:cNvPr id="30" name="Google Shape;30;p5"/>
          <p:cNvCxnSpPr/>
          <p:nvPr/>
        </p:nvCxnSpPr>
        <p:spPr>
          <a:xfrm>
            <a:off x="2477724" y="4740000"/>
            <a:ext cx="6244200" cy="0"/>
          </a:xfrm>
          <a:prstGeom prst="straightConnector1">
            <a:avLst/>
          </a:prstGeom>
          <a:noFill/>
          <a:ln cap="flat" cmpd="sng" w="19050">
            <a:solidFill>
              <a:schemeClr val="dk2"/>
            </a:solidFill>
            <a:prstDash val="solid"/>
            <a:round/>
            <a:headEnd len="sm" w="sm" type="none"/>
            <a:tailEnd len="sm" w="sm" type="none"/>
          </a:ln>
        </p:spPr>
      </p:cxnSp>
      <p:cxnSp>
        <p:nvCxnSpPr>
          <p:cNvPr id="31" name="Google Shape;31;p5"/>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32" name="Google Shape;32;p5"/>
          <p:cNvSpPr txBox="1"/>
          <p:nvPr>
            <p:ph type="title"/>
          </p:nvPr>
        </p:nvSpPr>
        <p:spPr>
          <a:xfrm>
            <a:off x="2400250" y="575950"/>
            <a:ext cx="6321600" cy="6354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3" name="Google Shape;33;p5"/>
          <p:cNvSpPr txBox="1"/>
          <p:nvPr>
            <p:ph idx="1" type="body"/>
          </p:nvPr>
        </p:nvSpPr>
        <p:spPr>
          <a:xfrm>
            <a:off x="2400303" y="1602675"/>
            <a:ext cx="3071400" cy="3002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4" name="Google Shape;34;p5"/>
          <p:cNvSpPr txBox="1"/>
          <p:nvPr>
            <p:ph idx="2" type="body"/>
          </p:nvPr>
        </p:nvSpPr>
        <p:spPr>
          <a:xfrm>
            <a:off x="5650572" y="1602675"/>
            <a:ext cx="3071400" cy="3002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5" name="Google Shape;35;p5"/>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6" name="Shape 36"/>
        <p:cNvGrpSpPr/>
        <p:nvPr/>
      </p:nvGrpSpPr>
      <p:grpSpPr>
        <a:xfrm>
          <a:off x="0" y="0"/>
          <a:ext cx="0" cy="0"/>
          <a:chOff x="0" y="0"/>
          <a:chExt cx="0" cy="0"/>
        </a:xfrm>
      </p:grpSpPr>
      <p:sp>
        <p:nvSpPr>
          <p:cNvPr id="37" name="Google Shape;37;p6"/>
          <p:cNvSpPr txBox="1"/>
          <p:nvPr>
            <p:ph type="title"/>
          </p:nvPr>
        </p:nvSpPr>
        <p:spPr>
          <a:xfrm>
            <a:off x="303300" y="411575"/>
            <a:ext cx="8520600" cy="6396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8" name="Google Shape;38;p6"/>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9" name="Shape 39"/>
        <p:cNvGrpSpPr/>
        <p:nvPr/>
      </p:nvGrpSpPr>
      <p:grpSpPr>
        <a:xfrm>
          <a:off x="0" y="0"/>
          <a:ext cx="0" cy="0"/>
          <a:chOff x="0" y="0"/>
          <a:chExt cx="0" cy="0"/>
        </a:xfrm>
      </p:grpSpPr>
      <p:cxnSp>
        <p:nvCxnSpPr>
          <p:cNvPr id="40" name="Google Shape;40;p7"/>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41" name="Google Shape;41;p7"/>
          <p:cNvSpPr txBox="1"/>
          <p:nvPr>
            <p:ph type="title"/>
          </p:nvPr>
        </p:nvSpPr>
        <p:spPr>
          <a:xfrm>
            <a:off x="319500" y="936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2" name="Google Shape;42;p7"/>
          <p:cNvSpPr txBox="1"/>
          <p:nvPr>
            <p:ph idx="1" type="body"/>
          </p:nvPr>
        </p:nvSpPr>
        <p:spPr>
          <a:xfrm>
            <a:off x="319500" y="1846804"/>
            <a:ext cx="2808000" cy="28062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3" name="Google Shape;43;p7"/>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44" name="Shape 44"/>
        <p:cNvGrpSpPr/>
        <p:nvPr/>
      </p:nvGrpSpPr>
      <p:grpSpPr>
        <a:xfrm>
          <a:off x="0" y="0"/>
          <a:ext cx="0" cy="0"/>
          <a:chOff x="0" y="0"/>
          <a:chExt cx="0" cy="0"/>
        </a:xfrm>
      </p:grpSpPr>
      <p:cxnSp>
        <p:nvCxnSpPr>
          <p:cNvPr id="45" name="Google Shape;45;p8"/>
          <p:cNvCxnSpPr/>
          <p:nvPr/>
        </p:nvCxnSpPr>
        <p:spPr>
          <a:xfrm>
            <a:off x="425198" y="415650"/>
            <a:ext cx="183300" cy="0"/>
          </a:xfrm>
          <a:prstGeom prst="straightConnector1">
            <a:avLst/>
          </a:prstGeom>
          <a:noFill/>
          <a:ln cap="flat" cmpd="sng" w="19050">
            <a:solidFill>
              <a:schemeClr val="lt1"/>
            </a:solidFill>
            <a:prstDash val="solid"/>
            <a:round/>
            <a:headEnd len="sm" w="sm" type="none"/>
            <a:tailEnd len="sm" w="sm" type="none"/>
          </a:ln>
        </p:spPr>
      </p:cxnSp>
      <p:sp>
        <p:nvSpPr>
          <p:cNvPr id="46" name="Google Shape;46;p8"/>
          <p:cNvSpPr txBox="1"/>
          <p:nvPr>
            <p:ph type="title"/>
          </p:nvPr>
        </p:nvSpPr>
        <p:spPr>
          <a:xfrm>
            <a:off x="283103" y="712141"/>
            <a:ext cx="6244200" cy="38355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47" name="Google Shape;47;p8"/>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8" name="Shape 48"/>
        <p:cNvGrpSpPr/>
        <p:nvPr/>
      </p:nvGrpSpPr>
      <p:grpSpPr>
        <a:xfrm>
          <a:off x="0" y="0"/>
          <a:ext cx="0" cy="0"/>
          <a:chOff x="0" y="0"/>
          <a:chExt cx="0" cy="0"/>
        </a:xfrm>
      </p:grpSpPr>
      <p:sp>
        <p:nvSpPr>
          <p:cNvPr id="49" name="Google Shape;49;p9"/>
          <p:cNvSpPr/>
          <p:nvPr/>
        </p:nvSpPr>
        <p:spPr>
          <a:xfrm>
            <a:off x="457200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0" name="Google Shape;50;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51" name="Google Shape;51;p9"/>
          <p:cNvSpPr txBox="1"/>
          <p:nvPr>
            <p:ph type="title"/>
          </p:nvPr>
        </p:nvSpPr>
        <p:spPr>
          <a:xfrm>
            <a:off x="265500" y="1397350"/>
            <a:ext cx="4045200" cy="13182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dk1"/>
              </a:buClr>
              <a:buSzPts val="3600"/>
              <a:buNone/>
              <a:defRPr sz="3600">
                <a:solidFill>
                  <a:schemeClr val="dk1"/>
                </a:solidFill>
              </a:defRPr>
            </a:lvl1pPr>
            <a:lvl2pPr lvl="1" algn="ctr">
              <a:spcBef>
                <a:spcPts val="0"/>
              </a:spcBef>
              <a:spcAft>
                <a:spcPts val="0"/>
              </a:spcAft>
              <a:buClr>
                <a:schemeClr val="dk1"/>
              </a:buClr>
              <a:buSzPts val="3600"/>
              <a:buNone/>
              <a:defRPr sz="3600">
                <a:solidFill>
                  <a:schemeClr val="dk1"/>
                </a:solidFill>
              </a:defRPr>
            </a:lvl2pPr>
            <a:lvl3pPr lvl="2" algn="ctr">
              <a:spcBef>
                <a:spcPts val="0"/>
              </a:spcBef>
              <a:spcAft>
                <a:spcPts val="0"/>
              </a:spcAft>
              <a:buClr>
                <a:schemeClr val="dk1"/>
              </a:buClr>
              <a:buSzPts val="3600"/>
              <a:buNone/>
              <a:defRPr sz="3600">
                <a:solidFill>
                  <a:schemeClr val="dk1"/>
                </a:solidFill>
              </a:defRPr>
            </a:lvl3pPr>
            <a:lvl4pPr lvl="3" algn="ctr">
              <a:spcBef>
                <a:spcPts val="0"/>
              </a:spcBef>
              <a:spcAft>
                <a:spcPts val="0"/>
              </a:spcAft>
              <a:buClr>
                <a:schemeClr val="dk1"/>
              </a:buClr>
              <a:buSzPts val="3600"/>
              <a:buNone/>
              <a:defRPr sz="3600">
                <a:solidFill>
                  <a:schemeClr val="dk1"/>
                </a:solidFill>
              </a:defRPr>
            </a:lvl4pPr>
            <a:lvl5pPr lvl="4" algn="ctr">
              <a:spcBef>
                <a:spcPts val="0"/>
              </a:spcBef>
              <a:spcAft>
                <a:spcPts val="0"/>
              </a:spcAft>
              <a:buClr>
                <a:schemeClr val="dk1"/>
              </a:buClr>
              <a:buSzPts val="3600"/>
              <a:buNone/>
              <a:defRPr sz="3600">
                <a:solidFill>
                  <a:schemeClr val="dk1"/>
                </a:solidFill>
              </a:defRPr>
            </a:lvl5pPr>
            <a:lvl6pPr lvl="5" algn="ctr">
              <a:spcBef>
                <a:spcPts val="0"/>
              </a:spcBef>
              <a:spcAft>
                <a:spcPts val="0"/>
              </a:spcAft>
              <a:buClr>
                <a:schemeClr val="dk1"/>
              </a:buClr>
              <a:buSzPts val="3600"/>
              <a:buNone/>
              <a:defRPr sz="3600">
                <a:solidFill>
                  <a:schemeClr val="dk1"/>
                </a:solidFill>
              </a:defRPr>
            </a:lvl6pPr>
            <a:lvl7pPr lvl="6" algn="ctr">
              <a:spcBef>
                <a:spcPts val="0"/>
              </a:spcBef>
              <a:spcAft>
                <a:spcPts val="0"/>
              </a:spcAft>
              <a:buClr>
                <a:schemeClr val="dk1"/>
              </a:buClr>
              <a:buSzPts val="3600"/>
              <a:buNone/>
              <a:defRPr sz="3600">
                <a:solidFill>
                  <a:schemeClr val="dk1"/>
                </a:solidFill>
              </a:defRPr>
            </a:lvl7pPr>
            <a:lvl8pPr lvl="7" algn="ctr">
              <a:spcBef>
                <a:spcPts val="0"/>
              </a:spcBef>
              <a:spcAft>
                <a:spcPts val="0"/>
              </a:spcAft>
              <a:buClr>
                <a:schemeClr val="dk1"/>
              </a:buClr>
              <a:buSzPts val="3600"/>
              <a:buNone/>
              <a:defRPr sz="3600">
                <a:solidFill>
                  <a:schemeClr val="dk1"/>
                </a:solidFill>
              </a:defRPr>
            </a:lvl8pPr>
            <a:lvl9pPr lvl="8" algn="ctr">
              <a:spcBef>
                <a:spcPts val="0"/>
              </a:spcBef>
              <a:spcAft>
                <a:spcPts val="0"/>
              </a:spcAft>
              <a:buClr>
                <a:schemeClr val="dk1"/>
              </a:buClr>
              <a:buSzPts val="3600"/>
              <a:buNone/>
              <a:defRPr sz="3600">
                <a:solidFill>
                  <a:schemeClr val="dk1"/>
                </a:solidFill>
              </a:defRPr>
            </a:lvl9pPr>
          </a:lstStyle>
          <a:p/>
        </p:txBody>
      </p:sp>
      <p:sp>
        <p:nvSpPr>
          <p:cNvPr id="52" name="Google Shape;52;p9"/>
          <p:cNvSpPr txBox="1"/>
          <p:nvPr>
            <p:ph idx="1" type="subTitle"/>
          </p:nvPr>
        </p:nvSpPr>
        <p:spPr>
          <a:xfrm>
            <a:off x="265500" y="2735371"/>
            <a:ext cx="4045200" cy="13455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3" name="Google Shape;53;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1600"/>
              </a:spcBef>
              <a:spcAft>
                <a:spcPts val="0"/>
              </a:spcAft>
              <a:buClr>
                <a:schemeClr val="lt1"/>
              </a:buClr>
              <a:buSzPts val="1400"/>
              <a:buChar char="○"/>
              <a:defRPr>
                <a:solidFill>
                  <a:schemeClr val="lt1"/>
                </a:solidFill>
              </a:defRPr>
            </a:lvl2pPr>
            <a:lvl3pPr indent="-317500" lvl="2" marL="1371600">
              <a:spcBef>
                <a:spcPts val="1600"/>
              </a:spcBef>
              <a:spcAft>
                <a:spcPts val="0"/>
              </a:spcAft>
              <a:buClr>
                <a:schemeClr val="lt1"/>
              </a:buClr>
              <a:buSzPts val="1400"/>
              <a:buChar char="■"/>
              <a:defRPr>
                <a:solidFill>
                  <a:schemeClr val="lt1"/>
                </a:solidFill>
              </a:defRPr>
            </a:lvl3pPr>
            <a:lvl4pPr indent="-317500" lvl="3" marL="1828800">
              <a:spcBef>
                <a:spcPts val="1600"/>
              </a:spcBef>
              <a:spcAft>
                <a:spcPts val="0"/>
              </a:spcAft>
              <a:buClr>
                <a:schemeClr val="lt1"/>
              </a:buClr>
              <a:buSzPts val="1400"/>
              <a:buChar char="●"/>
              <a:defRPr>
                <a:solidFill>
                  <a:schemeClr val="lt1"/>
                </a:solidFill>
              </a:defRPr>
            </a:lvl4pPr>
            <a:lvl5pPr indent="-317500" lvl="4" marL="2286000">
              <a:spcBef>
                <a:spcPts val="1600"/>
              </a:spcBef>
              <a:spcAft>
                <a:spcPts val="0"/>
              </a:spcAft>
              <a:buClr>
                <a:schemeClr val="lt1"/>
              </a:buClr>
              <a:buSzPts val="1400"/>
              <a:buChar char="○"/>
              <a:defRPr>
                <a:solidFill>
                  <a:schemeClr val="lt1"/>
                </a:solidFill>
              </a:defRPr>
            </a:lvl5pPr>
            <a:lvl6pPr indent="-317500" lvl="5" marL="2743200">
              <a:spcBef>
                <a:spcPts val="1600"/>
              </a:spcBef>
              <a:spcAft>
                <a:spcPts val="0"/>
              </a:spcAft>
              <a:buClr>
                <a:schemeClr val="lt1"/>
              </a:buClr>
              <a:buSzPts val="1400"/>
              <a:buChar char="■"/>
              <a:defRPr>
                <a:solidFill>
                  <a:schemeClr val="lt1"/>
                </a:solidFill>
              </a:defRPr>
            </a:lvl6pPr>
            <a:lvl7pPr indent="-317500" lvl="6" marL="3200400">
              <a:spcBef>
                <a:spcPts val="1600"/>
              </a:spcBef>
              <a:spcAft>
                <a:spcPts val="0"/>
              </a:spcAft>
              <a:buClr>
                <a:schemeClr val="lt1"/>
              </a:buClr>
              <a:buSzPts val="1400"/>
              <a:buChar char="●"/>
              <a:defRPr>
                <a:solidFill>
                  <a:schemeClr val="lt1"/>
                </a:solidFill>
              </a:defRPr>
            </a:lvl7pPr>
            <a:lvl8pPr indent="-317500" lvl="7" marL="3657600">
              <a:spcBef>
                <a:spcPts val="1600"/>
              </a:spcBef>
              <a:spcAft>
                <a:spcPts val="0"/>
              </a:spcAft>
              <a:buClr>
                <a:schemeClr val="lt1"/>
              </a:buClr>
              <a:buSzPts val="1400"/>
              <a:buChar char="○"/>
              <a:defRPr>
                <a:solidFill>
                  <a:schemeClr val="lt1"/>
                </a:solidFill>
              </a:defRPr>
            </a:lvl8pPr>
            <a:lvl9pPr indent="-317500" lvl="8" marL="4114800">
              <a:spcBef>
                <a:spcPts val="1600"/>
              </a:spcBef>
              <a:spcAft>
                <a:spcPts val="1600"/>
              </a:spcAft>
              <a:buClr>
                <a:schemeClr val="lt1"/>
              </a:buClr>
              <a:buSzPts val="1400"/>
              <a:buChar char="■"/>
              <a:defRPr>
                <a:solidFill>
                  <a:schemeClr val="lt1"/>
                </a:solidFill>
              </a:defRPr>
            </a:lvl9pPr>
          </a:lstStyle>
          <a:p/>
        </p:txBody>
      </p:sp>
      <p:sp>
        <p:nvSpPr>
          <p:cNvPr id="54" name="Google Shape;54;p9"/>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5" name="Shape 55"/>
        <p:cNvGrpSpPr/>
        <p:nvPr/>
      </p:nvGrpSpPr>
      <p:grpSpPr>
        <a:xfrm>
          <a:off x="0" y="0"/>
          <a:ext cx="0" cy="0"/>
          <a:chOff x="0" y="0"/>
          <a:chExt cx="0" cy="0"/>
        </a:xfrm>
      </p:grpSpPr>
      <p:cxnSp>
        <p:nvCxnSpPr>
          <p:cNvPr id="56" name="Google Shape;56;p10"/>
          <p:cNvCxnSpPr/>
          <p:nvPr/>
        </p:nvCxnSpPr>
        <p:spPr>
          <a:xfrm>
            <a:off x="425200" y="4740000"/>
            <a:ext cx="8296800" cy="0"/>
          </a:xfrm>
          <a:prstGeom prst="straightConnector1">
            <a:avLst/>
          </a:prstGeom>
          <a:noFill/>
          <a:ln cap="flat" cmpd="sng" w="19050">
            <a:solidFill>
              <a:schemeClr val="dk2"/>
            </a:solidFill>
            <a:prstDash val="solid"/>
            <a:round/>
            <a:headEnd len="sm" w="sm" type="none"/>
            <a:tailEnd len="sm" w="sm" type="none"/>
          </a:ln>
        </p:spPr>
      </p:cxnSp>
      <p:cxnSp>
        <p:nvCxnSpPr>
          <p:cNvPr id="57" name="Google Shape;57;p10"/>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58" name="Google Shape;58;p10"/>
          <p:cNvSpPr txBox="1"/>
          <p:nvPr>
            <p:ph idx="1" type="body"/>
          </p:nvPr>
        </p:nvSpPr>
        <p:spPr>
          <a:xfrm>
            <a:off x="328017" y="4226025"/>
            <a:ext cx="8388600" cy="3936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59" name="Google Shape;59;p10"/>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cxnSp>
        <p:nvCxnSpPr>
          <p:cNvPr id="61" name="Google Shape;61;p11"/>
          <p:cNvCxnSpPr/>
          <p:nvPr/>
        </p:nvCxnSpPr>
        <p:spPr>
          <a:xfrm>
            <a:off x="425200" y="4740000"/>
            <a:ext cx="8296800" cy="0"/>
          </a:xfrm>
          <a:prstGeom prst="straightConnector1">
            <a:avLst/>
          </a:prstGeom>
          <a:noFill/>
          <a:ln cap="flat" cmpd="sng" w="19050">
            <a:solidFill>
              <a:schemeClr val="dk2"/>
            </a:solidFill>
            <a:prstDash val="solid"/>
            <a:round/>
            <a:headEnd len="sm" w="sm" type="none"/>
            <a:tailEnd len="sm" w="sm" type="none"/>
          </a:ln>
        </p:spPr>
      </p:cxnSp>
      <p:cxnSp>
        <p:nvCxnSpPr>
          <p:cNvPr id="62" name="Google Shape;62;p11"/>
          <p:cNvCxnSpPr/>
          <p:nvPr/>
        </p:nvCxnSpPr>
        <p:spPr>
          <a:xfrm>
            <a:off x="425200" y="415650"/>
            <a:ext cx="8296800" cy="0"/>
          </a:xfrm>
          <a:prstGeom prst="straightConnector1">
            <a:avLst/>
          </a:prstGeom>
          <a:noFill/>
          <a:ln cap="flat" cmpd="sng" w="38100">
            <a:solidFill>
              <a:schemeClr val="dk2"/>
            </a:solidFill>
            <a:prstDash val="solid"/>
            <a:round/>
            <a:headEnd len="sm" w="sm" type="none"/>
            <a:tailEnd len="sm" w="sm" type="none"/>
          </a:ln>
        </p:spPr>
      </p:cxnSp>
      <p:sp>
        <p:nvSpPr>
          <p:cNvPr id="63" name="Google Shape;63;p11"/>
          <p:cNvSpPr txBox="1"/>
          <p:nvPr>
            <p:ph hasCustomPrompt="1" type="title"/>
          </p:nvPr>
        </p:nvSpPr>
        <p:spPr>
          <a:xfrm>
            <a:off x="853950" y="1304850"/>
            <a:ext cx="7436100" cy="15384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1pPr>
            <a:lvl2pPr lvl="1"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2pPr>
            <a:lvl3pPr lvl="2"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3pPr>
            <a:lvl4pPr lvl="3"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4pPr>
            <a:lvl5pPr lvl="4"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5pPr>
            <a:lvl6pPr lvl="5"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6pPr>
            <a:lvl7pPr lvl="6"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7pPr>
            <a:lvl8pPr lvl="7"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8pPr>
            <a:lvl9pPr lvl="8"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9pPr>
          </a:lstStyle>
          <a:p>
            <a:r>
              <a:t>xx%</a:t>
            </a:r>
          </a:p>
        </p:txBody>
      </p:sp>
      <p:sp>
        <p:nvSpPr>
          <p:cNvPr id="64" name="Google Shape;64;p11"/>
          <p:cNvSpPr txBox="1"/>
          <p:nvPr>
            <p:ph idx="1" type="body"/>
          </p:nvPr>
        </p:nvSpPr>
        <p:spPr>
          <a:xfrm>
            <a:off x="853950" y="2919450"/>
            <a:ext cx="7436100" cy="10716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65" name="Google Shape;65;p11"/>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6" name="Shape 66"/>
        <p:cNvGrpSpPr/>
        <p:nvPr/>
      </p:nvGrpSpPr>
      <p:grpSpPr>
        <a:xfrm>
          <a:off x="0" y="0"/>
          <a:ext cx="0" cy="0"/>
          <a:chOff x="0" y="0"/>
          <a:chExt cx="0" cy="0"/>
        </a:xfrm>
      </p:grpSpPr>
      <p:sp>
        <p:nvSpPr>
          <p:cNvPr id="67" name="Google Shape;67;p12"/>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wiss-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400250" y="575950"/>
            <a:ext cx="6321600" cy="6354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1pPr>
            <a:lvl2pPr lvl="1">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2pPr>
            <a:lvl3pPr lvl="2">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3pPr>
            <a:lvl4pPr lvl="3">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4pPr>
            <a:lvl5pPr lvl="4">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5pPr>
            <a:lvl6pPr lvl="5">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6pPr>
            <a:lvl7pPr lvl="6">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7pPr>
            <a:lvl8pPr lvl="7">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8pPr>
            <a:lvl9pPr lvl="8">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2410112" y="1595776"/>
            <a:ext cx="6321600" cy="3002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Lato"/>
              <a:buChar char="●"/>
              <a:defRPr sz="1800">
                <a:solidFill>
                  <a:schemeClr val="dk2"/>
                </a:solidFill>
                <a:latin typeface="Lato"/>
                <a:ea typeface="Lato"/>
                <a:cs typeface="Lato"/>
                <a:sym typeface="Lato"/>
              </a:defRPr>
            </a:lvl1pPr>
            <a:lvl2pPr indent="-317500" lvl="1" marL="9144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1600"/>
              </a:spcBef>
              <a:spcAft>
                <a:spcPts val="1600"/>
              </a:spcAft>
              <a:buClr>
                <a:schemeClr val="dk2"/>
              </a:buClr>
              <a:buSzPts val="1400"/>
              <a:buFont typeface="Lato"/>
              <a:buChar char="■"/>
              <a:defRPr>
                <a:solidFill>
                  <a:schemeClr val="dk2"/>
                </a:solidFill>
                <a:latin typeface="Lato"/>
                <a:ea typeface="Lato"/>
                <a:cs typeface="Lato"/>
                <a:sym typeface="Lato"/>
              </a:defRPr>
            </a:lvl9pPr>
          </a:lstStyle>
          <a:p/>
        </p:txBody>
      </p:sp>
      <p:sp>
        <p:nvSpPr>
          <p:cNvPr id="8" name="Google Shape;8;p1"/>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latin typeface="Lato"/>
                <a:ea typeface="Lato"/>
                <a:cs typeface="Lato"/>
                <a:sym typeface="Lato"/>
              </a:defRPr>
            </a:lvl1pPr>
            <a:lvl2pPr lvl="1" algn="r">
              <a:buNone/>
              <a:defRPr sz="1000">
                <a:solidFill>
                  <a:schemeClr val="dk2"/>
                </a:solidFill>
                <a:latin typeface="Lato"/>
                <a:ea typeface="Lato"/>
                <a:cs typeface="Lato"/>
                <a:sym typeface="Lato"/>
              </a:defRPr>
            </a:lvl2pPr>
            <a:lvl3pPr lvl="2" algn="r">
              <a:buNone/>
              <a:defRPr sz="1000">
                <a:solidFill>
                  <a:schemeClr val="dk2"/>
                </a:solidFill>
                <a:latin typeface="Lato"/>
                <a:ea typeface="Lato"/>
                <a:cs typeface="Lato"/>
                <a:sym typeface="Lato"/>
              </a:defRPr>
            </a:lvl3pPr>
            <a:lvl4pPr lvl="3" algn="r">
              <a:buNone/>
              <a:defRPr sz="1000">
                <a:solidFill>
                  <a:schemeClr val="dk2"/>
                </a:solidFill>
                <a:latin typeface="Lato"/>
                <a:ea typeface="Lato"/>
                <a:cs typeface="Lato"/>
                <a:sym typeface="Lato"/>
              </a:defRPr>
            </a:lvl4pPr>
            <a:lvl5pPr lvl="4" algn="r">
              <a:buNone/>
              <a:defRPr sz="1000">
                <a:solidFill>
                  <a:schemeClr val="dk2"/>
                </a:solidFill>
                <a:latin typeface="Lato"/>
                <a:ea typeface="Lato"/>
                <a:cs typeface="Lato"/>
                <a:sym typeface="Lato"/>
              </a:defRPr>
            </a:lvl5pPr>
            <a:lvl6pPr lvl="5" algn="r">
              <a:buNone/>
              <a:defRPr sz="1000">
                <a:solidFill>
                  <a:schemeClr val="dk2"/>
                </a:solidFill>
                <a:latin typeface="Lato"/>
                <a:ea typeface="Lato"/>
                <a:cs typeface="Lato"/>
                <a:sym typeface="Lato"/>
              </a:defRPr>
            </a:lvl6pPr>
            <a:lvl7pPr lvl="6" algn="r">
              <a:buNone/>
              <a:defRPr sz="1000">
                <a:solidFill>
                  <a:schemeClr val="dk2"/>
                </a:solidFill>
                <a:latin typeface="Lato"/>
                <a:ea typeface="Lato"/>
                <a:cs typeface="Lato"/>
                <a:sym typeface="Lato"/>
              </a:defRPr>
            </a:lvl7pPr>
            <a:lvl8pPr lvl="7" algn="r">
              <a:buNone/>
              <a:defRPr sz="1000">
                <a:solidFill>
                  <a:schemeClr val="dk2"/>
                </a:solidFill>
                <a:latin typeface="Lato"/>
                <a:ea typeface="Lato"/>
                <a:cs typeface="Lato"/>
                <a:sym typeface="Lato"/>
              </a:defRPr>
            </a:lvl8pPr>
            <a:lvl9pPr lvl="8" algn="r">
              <a:buNone/>
              <a:defRPr sz="1000">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3"/>
          <p:cNvSpPr txBox="1"/>
          <p:nvPr>
            <p:ph type="ctrTitle"/>
          </p:nvPr>
        </p:nvSpPr>
        <p:spPr>
          <a:xfrm>
            <a:off x="2371725" y="630225"/>
            <a:ext cx="6331500" cy="154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Consultas a Bases de Datos</a:t>
            </a:r>
            <a:endParaRPr/>
          </a:p>
          <a:p>
            <a:pPr indent="0" lvl="0" marL="0" rtl="0" algn="l">
              <a:spcBef>
                <a:spcPts val="0"/>
              </a:spcBef>
              <a:spcAft>
                <a:spcPts val="0"/>
              </a:spcAft>
              <a:buNone/>
            </a:pPr>
            <a:r>
              <a:rPr lang="en" sz="1800"/>
              <a:t>Laboratorio de Programación II</a:t>
            </a:r>
            <a:endParaRPr sz="1800"/>
          </a:p>
        </p:txBody>
      </p:sp>
      <p:sp>
        <p:nvSpPr>
          <p:cNvPr id="73" name="Google Shape;73;p13"/>
          <p:cNvSpPr txBox="1"/>
          <p:nvPr>
            <p:ph idx="1" type="subTitle"/>
          </p:nvPr>
        </p:nvSpPr>
        <p:spPr>
          <a:xfrm>
            <a:off x="2488125" y="3148973"/>
            <a:ext cx="4242600" cy="989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Facundo Uferer</a:t>
            </a:r>
            <a:endParaRPr/>
          </a:p>
          <a:p>
            <a:pPr indent="0" lvl="0" marL="0" rtl="0" algn="l">
              <a:spcBef>
                <a:spcPts val="0"/>
              </a:spcBef>
              <a:spcAft>
                <a:spcPts val="0"/>
              </a:spcAft>
              <a:buNone/>
            </a:pPr>
            <a:r>
              <a:rPr lang="en"/>
              <a:t>juanfacundouf@gmail.com</a:t>
            </a:r>
            <a:endParaRPr/>
          </a:p>
          <a:p>
            <a:pPr indent="0" lvl="0" marL="0" rtl="0" algn="l">
              <a:spcBef>
                <a:spcPts val="0"/>
              </a:spcBef>
              <a:spcAft>
                <a:spcPts val="0"/>
              </a:spcAft>
              <a:buNone/>
            </a:pPr>
            <a:r>
              <a:rPr lang="en"/>
              <a:t>UTN-FRR</a:t>
            </a:r>
            <a:endParaRPr/>
          </a:p>
        </p:txBody>
      </p:sp>
      <p:pic>
        <p:nvPicPr>
          <p:cNvPr id="74" name="Google Shape;74;p13"/>
          <p:cNvPicPr preferRelativeResize="0"/>
          <p:nvPr/>
        </p:nvPicPr>
        <p:blipFill>
          <a:blip r:embed="rId3">
            <a:alphaModFix/>
          </a:blip>
          <a:stretch>
            <a:fillRect/>
          </a:stretch>
        </p:blipFill>
        <p:spPr>
          <a:xfrm>
            <a:off x="4700851" y="2835000"/>
            <a:ext cx="4002376" cy="1890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4"/>
          <p:cNvSpPr txBox="1"/>
          <p:nvPr>
            <p:ph type="ctrTitle"/>
          </p:nvPr>
        </p:nvSpPr>
        <p:spPr>
          <a:xfrm>
            <a:off x="2371725" y="630225"/>
            <a:ext cx="6331500" cy="154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a:t>
            </a:r>
            <a:r>
              <a:rPr lang="en"/>
              <a:t>onsulta a una base</a:t>
            </a:r>
            <a:endParaRPr/>
          </a:p>
        </p:txBody>
      </p:sp>
      <p:sp>
        <p:nvSpPr>
          <p:cNvPr id="80" name="Google Shape;80;p14"/>
          <p:cNvSpPr txBox="1"/>
          <p:nvPr>
            <p:ph idx="1" type="subTitle"/>
          </p:nvPr>
        </p:nvSpPr>
        <p:spPr>
          <a:xfrm>
            <a:off x="2390275" y="1854525"/>
            <a:ext cx="6331500" cy="1355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Una consulta a una base de datos MySQL desde Java implica utilizar el lenguaje SQL (Structured Query Language) para solicitar datos específicos almacenados en una base de datos MySQL.</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5"/>
          <p:cNvSpPr txBox="1"/>
          <p:nvPr>
            <p:ph type="title"/>
          </p:nvPr>
        </p:nvSpPr>
        <p:spPr>
          <a:xfrm>
            <a:off x="319500" y="936600"/>
            <a:ext cx="2808000" cy="75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Establecer la conexión a la base de datos</a:t>
            </a:r>
            <a:endParaRPr/>
          </a:p>
        </p:txBody>
      </p:sp>
      <p:sp>
        <p:nvSpPr>
          <p:cNvPr id="86" name="Google Shape;86;p15"/>
          <p:cNvSpPr txBox="1"/>
          <p:nvPr>
            <p:ph idx="1" type="body"/>
          </p:nvPr>
        </p:nvSpPr>
        <p:spPr>
          <a:xfrm>
            <a:off x="319500" y="1846804"/>
            <a:ext cx="2808000" cy="2806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Antes de realizar cualquier consulta, debes establecer una conexión a la base de datos MySQL. Esto se hace utilizando una URL de conexión que incluye información como la ubicación del servidor de la base de datos, el puerto, el nombre de la base de datos y las credenciales de autenticación (nombre de usuario y contraseña).</a:t>
            </a:r>
            <a:endParaRPr/>
          </a:p>
        </p:txBody>
      </p:sp>
      <p:pic>
        <p:nvPicPr>
          <p:cNvPr id="87" name="Google Shape;87;p15"/>
          <p:cNvPicPr preferRelativeResize="0"/>
          <p:nvPr/>
        </p:nvPicPr>
        <p:blipFill>
          <a:blip r:embed="rId3">
            <a:alphaModFix/>
          </a:blip>
          <a:stretch>
            <a:fillRect/>
          </a:stretch>
        </p:blipFill>
        <p:spPr>
          <a:xfrm>
            <a:off x="3351225" y="1285725"/>
            <a:ext cx="5711700" cy="2148602"/>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6"/>
          <p:cNvSpPr txBox="1"/>
          <p:nvPr>
            <p:ph type="title"/>
          </p:nvPr>
        </p:nvSpPr>
        <p:spPr>
          <a:xfrm>
            <a:off x="319500" y="936600"/>
            <a:ext cx="2808000" cy="75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Crear una declaración SQL</a:t>
            </a:r>
            <a:endParaRPr/>
          </a:p>
        </p:txBody>
      </p:sp>
      <p:sp>
        <p:nvSpPr>
          <p:cNvPr id="93" name="Google Shape;93;p16"/>
          <p:cNvSpPr txBox="1"/>
          <p:nvPr>
            <p:ph idx="1" type="body"/>
          </p:nvPr>
        </p:nvSpPr>
        <p:spPr>
          <a:xfrm>
            <a:off x="319500" y="1846804"/>
            <a:ext cx="2808000" cy="2806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Para realizar una consulta, debes crear una declaración SQL que describa qué datos deseas recuperar o manipular en la base de datos. Esto se hace mediante objetos de tipo Statement o PreparedStatement.</a:t>
            </a:r>
            <a:endParaRPr/>
          </a:p>
        </p:txBody>
      </p:sp>
      <p:pic>
        <p:nvPicPr>
          <p:cNvPr id="94" name="Google Shape;94;p16"/>
          <p:cNvPicPr preferRelativeResize="0"/>
          <p:nvPr/>
        </p:nvPicPr>
        <p:blipFill>
          <a:blip r:embed="rId3">
            <a:alphaModFix/>
          </a:blip>
          <a:stretch>
            <a:fillRect/>
          </a:stretch>
        </p:blipFill>
        <p:spPr>
          <a:xfrm>
            <a:off x="3327450" y="1991075"/>
            <a:ext cx="5711700" cy="73109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7"/>
          <p:cNvSpPr txBox="1"/>
          <p:nvPr>
            <p:ph type="title"/>
          </p:nvPr>
        </p:nvSpPr>
        <p:spPr>
          <a:xfrm>
            <a:off x="319500" y="936600"/>
            <a:ext cx="2808000" cy="75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Ejecutar la consulta</a:t>
            </a:r>
            <a:endParaRPr/>
          </a:p>
        </p:txBody>
      </p:sp>
      <p:sp>
        <p:nvSpPr>
          <p:cNvPr id="100" name="Google Shape;100;p17"/>
          <p:cNvSpPr txBox="1"/>
          <p:nvPr>
            <p:ph idx="1" type="body"/>
          </p:nvPr>
        </p:nvSpPr>
        <p:spPr>
          <a:xfrm>
            <a:off x="319500" y="1846804"/>
            <a:ext cx="2808000" cy="2806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Una vez que has creado la declaración SQL, la ejecutas utilizando el método executeQuery() si es una consulta de selección (por ejemplo, SELECT) o executeUpdate() si es una consulta de modificación (por ejemplo, INSERT, UPDATE, DELETE). La consulta SQL se envía al servidor MySQL para su procesamiento.</a:t>
            </a:r>
            <a:endParaRPr/>
          </a:p>
        </p:txBody>
      </p:sp>
      <p:pic>
        <p:nvPicPr>
          <p:cNvPr id="101" name="Google Shape;101;p17"/>
          <p:cNvPicPr preferRelativeResize="0"/>
          <p:nvPr/>
        </p:nvPicPr>
        <p:blipFill>
          <a:blip r:embed="rId3">
            <a:alphaModFix/>
          </a:blip>
          <a:stretch>
            <a:fillRect/>
          </a:stretch>
        </p:blipFill>
        <p:spPr>
          <a:xfrm>
            <a:off x="3351225" y="2022775"/>
            <a:ext cx="5711700" cy="904733"/>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8"/>
          <p:cNvSpPr txBox="1"/>
          <p:nvPr>
            <p:ph type="title"/>
          </p:nvPr>
        </p:nvSpPr>
        <p:spPr>
          <a:xfrm>
            <a:off x="319500" y="936600"/>
            <a:ext cx="2808000" cy="75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Recuperar y procesar los resultados</a:t>
            </a:r>
            <a:endParaRPr/>
          </a:p>
        </p:txBody>
      </p:sp>
      <p:sp>
        <p:nvSpPr>
          <p:cNvPr id="107" name="Google Shape;107;p18"/>
          <p:cNvSpPr txBox="1"/>
          <p:nvPr>
            <p:ph idx="1" type="body"/>
          </p:nvPr>
        </p:nvSpPr>
        <p:spPr>
          <a:xfrm>
            <a:off x="319500" y="1846804"/>
            <a:ext cx="2808000" cy="2806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Si la consulta es de tipo SELECT, obtendrás un objeto ResultSet que contiene los resultados de la consulta. Debes iterar a través de este ResultSet para acceder a los datos recuperados y procesarlos según sea necesario.</a:t>
            </a:r>
            <a:endParaRPr/>
          </a:p>
        </p:txBody>
      </p:sp>
      <p:pic>
        <p:nvPicPr>
          <p:cNvPr id="108" name="Google Shape;108;p18"/>
          <p:cNvPicPr preferRelativeResize="0"/>
          <p:nvPr/>
        </p:nvPicPr>
        <p:blipFill>
          <a:blip r:embed="rId3">
            <a:alphaModFix/>
          </a:blip>
          <a:stretch>
            <a:fillRect/>
          </a:stretch>
        </p:blipFill>
        <p:spPr>
          <a:xfrm>
            <a:off x="3256125" y="1642350"/>
            <a:ext cx="5711700" cy="175463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9"/>
          <p:cNvSpPr txBox="1"/>
          <p:nvPr>
            <p:ph type="title"/>
          </p:nvPr>
        </p:nvSpPr>
        <p:spPr>
          <a:xfrm>
            <a:off x="319500" y="936600"/>
            <a:ext cx="2808000" cy="75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Cerrar recursos</a:t>
            </a:r>
            <a:endParaRPr/>
          </a:p>
        </p:txBody>
      </p:sp>
      <p:sp>
        <p:nvSpPr>
          <p:cNvPr id="114" name="Google Shape;114;p19"/>
          <p:cNvSpPr txBox="1"/>
          <p:nvPr>
            <p:ph idx="1" type="body"/>
          </p:nvPr>
        </p:nvSpPr>
        <p:spPr>
          <a:xfrm>
            <a:off x="319500" y="1846804"/>
            <a:ext cx="2808000" cy="2806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Es importante cerrar adecuadamente los recursos una vez que hayas terminado de trabajar con ellos. Esto incluye cerrar la conexión a la base de datos, cerrar la declaración SQL y cerrar el ResultSet.</a:t>
            </a:r>
            <a:endParaRPr/>
          </a:p>
        </p:txBody>
      </p:sp>
      <p:pic>
        <p:nvPicPr>
          <p:cNvPr id="115" name="Google Shape;115;p19"/>
          <p:cNvPicPr preferRelativeResize="0"/>
          <p:nvPr/>
        </p:nvPicPr>
        <p:blipFill>
          <a:blip r:embed="rId3">
            <a:alphaModFix/>
          </a:blip>
          <a:stretch>
            <a:fillRect/>
          </a:stretch>
        </p:blipFill>
        <p:spPr>
          <a:xfrm>
            <a:off x="3303675" y="1642350"/>
            <a:ext cx="5711700" cy="175463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pic>
        <p:nvPicPr>
          <p:cNvPr id="120" name="Google Shape;120;p20"/>
          <p:cNvPicPr preferRelativeResize="0"/>
          <p:nvPr/>
        </p:nvPicPr>
        <p:blipFill>
          <a:blip r:embed="rId3">
            <a:alphaModFix/>
          </a:blip>
          <a:stretch>
            <a:fillRect/>
          </a:stretch>
        </p:blipFill>
        <p:spPr>
          <a:xfrm>
            <a:off x="152400" y="442275"/>
            <a:ext cx="8839200" cy="4258962"/>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wiss">
  <a:themeElements>
    <a:clrScheme name="Swiss">
      <a:dk1>
        <a:srgbClr val="F46524"/>
      </a:dk1>
      <a:lt1>
        <a:srgbClr val="FFFFFF"/>
      </a:lt1>
      <a:dk2>
        <a:srgbClr val="000000"/>
      </a:dk2>
      <a:lt2>
        <a:srgbClr val="757575"/>
      </a:lt2>
      <a:accent1>
        <a:srgbClr val="01579B"/>
      </a:accent1>
      <a:accent2>
        <a:srgbClr val="27C7BD"/>
      </a:accent2>
      <a:accent3>
        <a:srgbClr val="0099E8"/>
      </a:accent3>
      <a:accent4>
        <a:srgbClr val="51B9A3"/>
      </a:accent4>
      <a:accent5>
        <a:srgbClr val="FB8C00"/>
      </a:accent5>
      <a:accent6>
        <a:srgbClr val="FFAE88"/>
      </a:accent6>
      <a:hlink>
        <a:srgbClr val="0277BD"/>
      </a:hlink>
      <a:folHlink>
        <a:srgbClr val="0277B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