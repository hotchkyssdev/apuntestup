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92" r:id="rId3"/>
    <p:sldId id="293" r:id="rId4"/>
    <p:sldId id="294" r:id="rId5"/>
  </p:sldIdLst>
  <p:sldSz cx="9144000" cy="5143500" type="screen16x9"/>
  <p:notesSz cx="6858000" cy="9144000"/>
  <p:embeddedFontLst>
    <p:embeddedFont>
      <p:font typeface="Montserrat" pitchFamily="2" charset="77"/>
      <p:regular r:id="rId7"/>
      <p:bold r:id="rId8"/>
      <p:italic r:id="rId9"/>
      <p:boldItalic r:id="rId10"/>
    </p:embeddedFont>
    <p:embeddedFont>
      <p:font typeface="Montserrat ExtraBold" pitchFamily="2" charset="77"/>
      <p:bold r:id="rId11"/>
      <p:italic r:id="rId12"/>
      <p:boldItalic r:id="rId13"/>
    </p:embeddedFont>
    <p:embeddedFont>
      <p:font typeface="Montserrat Medium" pitchFamily="2" charset="77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89"/>
    <p:restoredTop sz="94740"/>
  </p:normalViewPr>
  <p:slideViewPr>
    <p:cSldViewPr snapToGrid="0">
      <p:cViewPr varScale="1">
        <p:scale>
          <a:sx n="179" d="100"/>
          <a:sy n="179" d="100"/>
        </p:scale>
        <p:origin x="116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4c32d58e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4c32d58e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0139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0199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1405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24677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Recursividad</a:t>
            </a:r>
            <a:endParaRPr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53325" y="113350"/>
            <a:ext cx="8520600" cy="41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Programación I</a:t>
            </a:r>
            <a:endParaRPr sz="170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0" y="180218"/>
            <a:ext cx="8520600" cy="94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Recursividad</a:t>
            </a:r>
            <a:endParaRPr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818984" y="1243014"/>
            <a:ext cx="7768425" cy="264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 recursividad es un concepto en programación en el que una función se llama a sí misma directa o indirectamente para resolver un problema.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 especialmente útil para resolver problemas que pueden ser descompuestos en subproblemas más pequeños y similares al problema original.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 recursividad se basa en dos partes principales: </a:t>
            </a:r>
            <a:r>
              <a:rPr lang="es-419" sz="18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caso base y el caso recursivo.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419" sz="18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80107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El caso base y el caso recursivo</a:t>
            </a:r>
            <a:endParaRPr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438B5FB7-9F99-5FA0-0F60-895A500C837F}"/>
              </a:ext>
            </a:extLst>
          </p:cNvPr>
          <p:cNvSpPr txBox="1"/>
          <p:nvPr/>
        </p:nvSpPr>
        <p:spPr>
          <a:xfrm>
            <a:off x="371476" y="993913"/>
            <a:ext cx="4279106" cy="3899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800" b="1" u="sng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Caso Base: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 la condición que detiene la recursión.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Define el escenario más simple o básico que no requiere una llamada recursiva.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 crucial para evitar que la función se llame indefinidamente. </a:t>
            </a: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29EDAF82-19B5-842F-27E7-113EEB03BAF9}"/>
              </a:ext>
            </a:extLst>
          </p:cNvPr>
          <p:cNvSpPr txBox="1"/>
          <p:nvPr/>
        </p:nvSpPr>
        <p:spPr>
          <a:xfrm>
            <a:off x="4650582" y="982938"/>
            <a:ext cx="4279106" cy="3899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800" b="1" u="sng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Caso Recursivo: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 donde se realiza la llamada recursiva a la función dentro de sí misma.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 encarga de dividir el problema original en subproblemas más pequeños.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 combina con el resultado de la llamada recursiva para resolver el problema original.</a:t>
            </a:r>
          </a:p>
        </p:txBody>
      </p:sp>
    </p:spTree>
    <p:extLst>
      <p:ext uri="{BB962C8B-B14F-4D97-AF65-F5344CB8AC3E}">
        <p14:creationId xmlns:p14="http://schemas.microsoft.com/office/powerpoint/2010/main" val="464872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Calculo factorial usando recursividad</a:t>
            </a:r>
            <a:endParaRPr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E10F42-90FD-06DB-F100-56056C102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52" y="1335818"/>
            <a:ext cx="4964558" cy="3421018"/>
          </a:xfrm>
          <a:prstGeom prst="rect">
            <a:avLst/>
          </a:prstGeom>
        </p:spPr>
      </p:pic>
      <p:sp>
        <p:nvSpPr>
          <p:cNvPr id="6" name="Google Shape;74;p16">
            <a:extLst>
              <a:ext uri="{FF2B5EF4-FFF2-40B4-BE49-F238E27FC236}">
                <a16:creationId xmlns:a16="http://schemas.microsoft.com/office/drawing/2014/main" id="{C4892AF3-741F-0756-E220-C0BE6C3EB51E}"/>
              </a:ext>
            </a:extLst>
          </p:cNvPr>
          <p:cNvSpPr txBox="1"/>
          <p:nvPr/>
        </p:nvSpPr>
        <p:spPr>
          <a:xfrm>
            <a:off x="6479382" y="1763306"/>
            <a:ext cx="2461923" cy="2186714"/>
          </a:xfrm>
          <a:prstGeom prst="rect">
            <a:avLst/>
          </a:prstGeom>
          <a:solidFill>
            <a:srgbClr val="E122BB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419" sz="1200" dirty="0">
                <a:solidFill>
                  <a:schemeClr val="lt1"/>
                </a:solidFill>
              </a:rPr>
              <a:t>En este ejemplo, el método factorial calcula el factorial de un número n. Si n es 0 o 1, el método devuelve 1 (caso base). De lo contrario, realiza una llamada recursiva multiplicando n por el factorial de n - 1 (caso recursivo). Este proceso se repite hasta que se alcanza el caso base.</a:t>
            </a:r>
          </a:p>
        </p:txBody>
      </p:sp>
    </p:spTree>
    <p:extLst>
      <p:ext uri="{BB962C8B-B14F-4D97-AF65-F5344CB8AC3E}">
        <p14:creationId xmlns:p14="http://schemas.microsoft.com/office/powerpoint/2010/main" val="336950907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221</Words>
  <Application>Microsoft Macintosh PowerPoint</Application>
  <PresentationFormat>On-screen Show (16:9)</PresentationFormat>
  <Paragraphs>17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Montserrat Medium</vt:lpstr>
      <vt:lpstr>Montserrat ExtraBold</vt:lpstr>
      <vt:lpstr>Montserrat</vt:lpstr>
      <vt:lpstr>Arial</vt:lpstr>
      <vt:lpstr>Simple Light</vt:lpstr>
      <vt:lpstr>Recursividad</vt:lpstr>
      <vt:lpstr>Recursividad</vt:lpstr>
      <vt:lpstr>El caso base y el caso recursivo</vt:lpstr>
      <vt:lpstr>Calculo factorial usando recursividad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Estructuras de control de Flujo: Iteradores</dc:title>
  <cp:lastModifiedBy>Facundo Uferer</cp:lastModifiedBy>
  <cp:revision>16</cp:revision>
  <dcterms:modified xsi:type="dcterms:W3CDTF">2024-05-10T19:09:15Z</dcterms:modified>
</cp:coreProperties>
</file>