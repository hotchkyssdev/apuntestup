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84" r:id="rId4"/>
    <p:sldId id="345" r:id="rId5"/>
    <p:sldId id="322" r:id="rId6"/>
    <p:sldId id="335" r:id="rId7"/>
    <p:sldId id="347" r:id="rId8"/>
    <p:sldId id="346" r:id="rId9"/>
    <p:sldId id="348" r:id="rId10"/>
    <p:sldId id="349" r:id="rId11"/>
    <p:sldId id="350" r:id="rId12"/>
    <p:sldId id="351" r:id="rId13"/>
  </p:sldIdLst>
  <p:sldSz cx="9144000" cy="5143500" type="screen16x9"/>
  <p:notesSz cx="6858000" cy="9144000"/>
  <p:embeddedFontLs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Montserrat ExtraBold" pitchFamily="2" charset="77"/>
      <p:bold r:id="rId19"/>
      <p:italic r:id="rId20"/>
      <p:boldItalic r:id="rId21"/>
    </p:embeddedFont>
    <p:embeddedFont>
      <p:font typeface="Montserrat Medium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2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/>
    <p:restoredTop sz="94694"/>
  </p:normalViewPr>
  <p:slideViewPr>
    <p:cSldViewPr snapToGrid="0">
      <p:cViewPr varScale="1">
        <p:scale>
          <a:sx n="161" d="100"/>
          <a:sy n="161" d="100"/>
        </p:scale>
        <p:origin x="1400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5T13:48:55.366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4132 11923 24575,'11'2'0,"0"-1"0,-1-1 0,-3 0 0,-3 0 0,0 0 0,-1 0 0,3 0 0,-2 0 0,4 0 0,-2 0 0,2 0 0,0 0 0,0 0 0,1 0 0,-2 0 0,2 0 0,-3 0 0,6-2 0,5 2 0,-1-2 0,5 2 0,-7 0 0,10-2 0,2 1 0,3-1 0,-1 2 0,-7-2 0,-3 2 0,-2-2 0,0 2 0,-1 0 0,-6 0 0,0 0 0,-3 0 0,6 0 0,8-2 0,3 1 0,2-1 0,0 2 0,-8 0 0,-1 0 0,-6 0 0,-2 0 0,-2 0 0,0 0 0,7 0 0,2 0 0,21 3 0,4-3 0,-7 2 0,1 1-613,-8-3 1,0 0 612,6 1 0,0 0 0,4-1-373,-13 2 0,-1-1 373,12 0 0,1 1 0,-9-2 0,-5 0 0,-8 0 1178,-2 0-1178,-3 0 793,8-2-793,-1 2 0,22-5 0,3 5 0,-12-2 0,1 1 0,2 1 0,-2 0 0,8 0 0,1 0 0,-24 0 0,4 0 0,-4 0 0,7 0 0,-4 0 0,7 2 0,-11-1 0,16 1 0,-2 0 0,8-1 0,2 3 0,-16-3 0,8 1 0,-1-2 0,5 0 0,2 0 0,-11 2 0,-9-1 0,-6 0 0,-1-1 0,4 0 0,5 0 0,-1 0 0,-2 0 0,-5 0 0,2 0 0,2 0 0,5 0 0,-4 0 0,2 0 0,-6 0 0,9 0 0,-2 0 0,2 0 0,1 0 0,-3-2 0,3 2 0,-5-4 0,-3 4 0,-5-2 0,-3 2 0,0 0 0,3 0 0,2 0 0,8 0 0,-1 0 0,-1 0 0,-3 0 0,-4 0 0,-2 0 0,3 0 0,3-1 0,0 0 0,1 0 0,-3 1 0,-4 0 0,1 0 0,-3 0 0,0 0 0,-1 0 0,1 0 0,-2 0 0,0 0 0</inkml:trace>
  <inkml:trace contextRef="#ctx0" brushRef="#br0" timeOffset="4816">3993 10669 24575,'12'0'0,"0"0"0,-7 0 0,1 0 0,6 0 0,-2 0 0,2 0 0,-2 0 0,-4 0 0,3 0 0,-2 0 0,4 0 0,1 0 0,0 0 0,4 0 0,-8 0 0,4 0 0,-8 0 0,7 0 0,-3 0 0,8 0 0,-6 0 0,2 0 0,-1 2 0,-4-1 0,4 0 0,-3-1 0,0 0 0,0 0 0,3 2 0,-6-1 0,6 0 0,-7-1 0,4 0 0,0 0 0,0 0 0,2 0 0,3 2 0,-4-1 0,8 0 0,3-1 0,-6 0 0,6 0 0,-9 0 0,8 0 0,-5 0 0,0 0 0,-6 0 0,-5 0 0,1-1 0,2 0 0,-2 0 0,3 1 0,1 0 0,19-3 0,16 1 0,-20 0 0,1 1 0,2-1 0,-2 1 0,-2 1 0,-4 0 0,-14 0 0,2 0 0,-2 0 0,-1 0 0,5-1 0,-1-6 0,18 5 0,6 1 0,10-5-947,-3 5 0,1 2 947,-13-1 0,-2 0-34,14 0 34,-12 0 0,-12 0 0,-11 0 0,1 0 0,-1 0 1890,3 0-1890,4-2 0,20-3 0,-6 0 19,3 2 0,2 1-19,-7 1 0,-1 0 0,2 1 0,0 0 0,14 0 0,-21 0 0,-4 0 0,-6 0 0,16-3 0,14 0 0,-4 1 0,2 1 0,-5-1 0,0 1 0,12 1 0,0 0 0,-15 0 0,-1 0 0,9 0 0,-2 0 0,2 0 0,-9 0 0,-15 0 0,-7 0 0,1 0 0,7 0 0,-3 0 0,6 0 0,-8 0 0,1 0 0,1 0 0,1 0 0,13 0 0,-8 0 0,18 0 0,-12 0 0,1 0 0,-4 0 0,-11 0 0,3 0 0,-4 0 0,6 0 0,-4 2 0,4-2 0,1 2 0,-2-2 0,1 2 0,1-2 0,-3 2 0,1-2 0,-1 0 0,-8 0 0,2 0 0,-4 0 0</inkml:trace>
  <inkml:trace contextRef="#ctx0" brushRef="#br0" timeOffset="21465">17419 4655 24575,'-6'0'0,"-2"0"0,4 0 0,-3 0 0,2 2 0,-2-1 0,3 0 0,-6 1 0,5 0 0,-3 1 0,6 0 0,-1-3 0,1 3 0,-8 3 0,3 1 0,-6 2 0,7-3 0,-2 0 0,5-2 0,-3-1 0,2 1 0,-2 0 0,2 1 0,-2 2 0,2-1 0,-2-1 0,2 1 0,-3 2 0,2 0 0,-2 3 0,3-2 0,0-2 0,1 1 0,0 0 0,3 0 0,-2 3 0,2-2 0,0 1 0,0 1 0,0 4 0,1 0 0,2-1 0,-1-7 0,1 1 0,-2-4 0,4 5 0,-4-2 0,4 2 0,-3-2 0,2 0 0,0-1 0,0 0 0,1 5 0,0-6 0,0 8 0,-1-8 0,0 4 0,2-3 0,0 0 0,0 0 0,3-2 0,-2 0 0,0-2 0,1 0 0,0-2 0,0 0 0,0 1 0,-1 0 0,-1 0 0,1-1 0,0 0 0,-1 0 0,0 0 0,2 0 0,-2 0 0,2 0 0,-2 0 0,2 0 0,-4 0 0,1 0 0,1 0 0,-2 0 0,4 0 0,-4 0 0,1 0 0,1 0 0,-2-1 0,4-3 0,-2-1 0,0 0 0,1-1 0,-1 2 0,-1-2 0,0 2 0,-1-2 0,4-2 0,-2 0 0,2-2 0,-4 2 0,0 0 0,-2 2 0,2-2 0,-2-1 0,0 0 0,0-5 0,-2 6 0,0-4 0,0 6 0,0-2 0,0 3 0,0-1 0,0-1 0,0 0 0,0-2 0,-2 1 0,0-1 0,0 4 0,-1-2 0,0 2 0,0-4 0,-1 2 0,0-1 0,-2 2 0,1-2 0,0 4 0,1 0 0,2 1 0,-2-1 0,2 0 0,-4-4 0,2 4 0,-2-2 0,3 2 0,-1 1 0,0 1 0,0 0 0,1 0 0,-1 2 0,0-2 0,1 1 0,-1 0 0,0-1 0,0 1 0,1 0 0,-1-2 0,0 3 0,0-2 0,1 2 0,-1-2 0,0 2 0,1-2 0,-1 2 0,0 0 0,0 0 0,1 0 0,-1 0 0,0 0 0,-1 0 0,0 0 0,0 0 0,1 0 0,0 0 0,1 0 0,-1 0 0,0 0 0,-2 0 0,2 0 0,-1 0 0,1 0 0,0 0 0,0 0 0,1 0 0,-1 0 0,0 0 0,1 0 0,-1 0 0,0 0 0,0 0 0,1 0 0,1 0 0,0 0 0</inkml:trace>
  <inkml:trace contextRef="#ctx0" brushRef="#br0" timeOffset="25781">17384 4690 24575,'8'0'0,"-1"0"0,-1 0 0,0 0 0,0 0 0,-2 0 0,1 0 0,-1 0 0,0 0 0,-1 0 0,1 0 0,0 0 0,1 0 0,5 3 0,-1 0 0,1 3 0,-3-1 0,-3-1 0,2 2 0,-3-4 0,0 0 0,-2-2 0</inkml:trace>
  <inkml:trace contextRef="#ctx0" brushRef="#br0" timeOffset="33299">17261 5077 24575,'-4'24'0,"1"-6"0,-4 5 0,5-12 0,-4 5 0,5-8 0,-7 6 0,5-6 0,-1 1 0,2 0 0,0-5 0,0 6 0,-3 8 0,1-1 0,-3 11 0,2-9 0,-5 5 0,3-1 0,2-4 0,1-1 0,2-7 0,0 8 0,-3-3 0,0 9 0,-1-3 0,1 2 0,-1-9 0,3-3 0,-1 2 0,2 3 0,-1 0 0,0-4 0,2-9 0,0 0 0,1-1 0,-2 3 0,-2-4 0,-3 0 0,-1-4 0,0-2 0,2 0 0,-5-2 0,2 2 0,-3 0 0,5 2 0,1 2 0,3-2 0,-1 2 0,-2-2 0,2 2 0,-2 0 0,1 0 0,0 0 0,-2 0 0,3 0 0,-27 0 0,14 2 0,-13-1 0,13 3 0,6 0 0,-5 1 0,5 1 0,3-4 0,6 1 0,1 1 0,-1 4 0,1 1 0,-2 4 0,2-6 0,0 4 0,1-3 0,-2 4 0,1-4 0,-1 3 0,2-7 0,0 12 0,0-6 0,0 6 0,0-8 0,2 9 0,-1-9 0,3 11 0,-1-9 0,2 0 0,-1-2 0,1 1 0,1-1 0,1 3 0,0-4 0,-1 1 0,-2-4 0,2 2 0,-1-4 0,1 1 0,2-2 0,2 2 0,-2-2 0,0 0 0,-2-1 0,-3 0 0,1 0 0,0 0 0,7-6 0,-2 2 0,2-4 0,-2 4 0,0 0 0,1-4 0,4 1 0,-5-1 0,2 2 0,-7 1 0,5-3 0,-2-4 0,2 1 0,-4 2 0,0 3 0,-3 1 0,0 0 0,2-2 0,-4 3 0,2-4 0,-2-2 0,0 1 0,0-4 0,0 4 0,0 0 0,0 1 0,0 1 0,0 0 0,0-1 0,0 2 0,0-2 0,-2 4 0,0-1 0,0 1 0,-2-4 0,0 4 0,0 0 0,0 2 0,2 2 0</inkml:trace>
  <inkml:trace contextRef="#ctx0" brushRef="#br0" timeOffset="35847">17587 5019 24575,'23'21'0,"-1"0"0,2 3 0,-1 0 0,-1-1 0,-1 0 0,-3-4 0,-1 0 0,11 10 0,-5 2 0,0-3 0,-11-8 0,0 1 0,10 11 0,-6-1 0,-6-12 0,6 6 0,-2-4 0,-2-2 0,0-2 0,-5-7 0,-1 1 0,3 5 0,-1-4 0,-4-1 0,7 7 0,-8-8 0,8 9 0,-9-12 0,6 3 0,-3 7 0,2-2 0,2 9 0,-4-9 0,1-3 0,-3-3 0,-3-7 0,-2 0 0,-10-6 0,3-4 0,-6 0 0,5-5 0,1 6 0,0-1 0,0 5 0,1-1 0,0 4 0,0-2 0,0 2 0,2 0 0,0 0 0,2 4 0,-4 14 0,5-8 0,-3 17 0,6-21 0,0 7 0,0-5 0,3 5 0,2 1 0,3 5 0,0-4 0,3 5 0,-6-10 0,6 9 0,-6-13 0,5 9 0,-2-8 0,-2 0 0,3 1 0,-2-6 0,0 3 0,1-4 0,-2 2 0,4-3 0,-2 2 0,0-2 0,1 0 0,-3 0 0,6 0 0,0-2 0,5-4 0,-6 3 0,1-5 0,-9 6 0,3-3 0,-2-1 0,2-3 0,0-8 0,-1 7 0,-1-14 0,-2 13 0,-2-9 0,0 11 0,-2-6 0,1 11 0,-2-6 0,0 2 0,1 1 0,-2-2 0,2 3 0,-4-2 0,0-4 0,-4-3 0,3 4 0,-4-4 0,6 11 0,-4-2 0,5 4 0,-2 2 0,2 0 0,-1 0 0,-2 0 0,3 0 0,0 0 0</inkml:trace>
  <inkml:trace contextRef="#ctx0" brushRef="#br0" timeOffset="37864">18042 5897 24575,'-11'35'0,"4"-11"0,-1 1 0,-1 0 0,0 0 0,0 1 0,1 0 0,-1-4 0,0-1 0,0 4 0,0 0 0,1-2 0,-1 0 0,0 0 0,0-1 0,1-1 0,1-1 0,-3 8 0,-3 1 0,2 10 0,-6-2 0,7-12 0,1 0 0,-7 13 0,5-13 0,0 0 0,0 2 0,-4 6 0,5-7 0,2-5 0,0-2 0,5-9 0,0-3 0,-4 11 0,6-11 0,-6 10 0,6-15 0,-1 0 0,-2-2 0,-4-2 0,-2-2 0,-3 0 0,-3 0 0,4 0 0,0 4 0,4-2 0,3 2 0,-1 0 0,-4 2 0,-5 2 0,-1 3 0,1-1 0,-2 7 0,-7 5 0,2 4 0,-1 2 0,13-3 0,5-1 0,1 3 0,4-6 0,0 0 0,0-5 0,4 3 0,-1-6 0,5 7 0,-4-10 0,5 4 0,0-3 0,2 0 0,-1-3 0,0 0 0,0 0 0,0-2 0,3 2 0,0-1 0,-1 1 0,-5-1 0,1 0 0,-4-2 0,5 0 0,0-1 0,7-4 0,-4 1 0,1-3 0,-8 2 0,4-3 0,-4 2 0,7-6 0,-8 2 0,0-6 0,-2 2 0,-2-6 0,2 6 0,-2-1 0,2 2 0,-2 4 0,0-1 0,0-2 0,0-2 0,0-2 0,0-3 0,0 9 0,0 0 0,0 5 0,0-2 0,0 2 0,0-1 0,-2 1 0,2 2 0,-2 0 0</inkml:trace>
  <inkml:trace contextRef="#ctx0" brushRef="#br0" timeOffset="40350">18143 5957 24575,'8'20'0,"1"0"0,1 5 0,0 1 0,-3-6 0,0 1 0,2 4 0,-1 1 0,0-1 0,0 0 0,0 5 0,0 1 0,-2-4 0,1 2 0,-1 0-1033,0 0 1,0 1 0,-1-2 1032,0 6 0,-1-2 0,2-2 0,-1-4 728,0 2-728,-3-3 0,5 8 0,-4 2 0,4 0 0,0 3 0,0-1 2369,1 0-2369,-2-8 0,-3-12 0,0-7 0,2 5 0,1 5 0,1-2 0,-3-4 0,-5-12 0,-2-6 0,-3-3 0,-1-4 0,2 6 0,-2 0 0,1 5 0,2 0 0,-4 0 0,4 0 0,-2 0 0,-2 9 0,-1 0 0,-3 11 0,6-5 0,2-2 0,4-4 0,0-3 0,0 0 0,0 5 0,0-5 0,0 13 0,0-9 0,0 4 0,4-3 0,-2 0 0,4-1 0,-2 0 0,2 2 0,1-4 0,3 8 0,-3-7 0,4 3 0,-6-8 0,2 0 0,-4-4 0,1 0 0,0 0 0,12-3 0,0-1 0,7-3 0,-9 2 0,-3-2 0,-5 5 0,2-4 0,-2 0 0,-1 0 0,2-4 0,-1 2 0,-2 0 0,-1 0 0,-1 2 0,2-3 0,-2-2 0,0-2 0,-2-4 0,0 4 0,-3-2 0,0 2 0,-3 5 0,0-10 0,4 12 0,-4-6 0,4 9 0,-3-1 0,-1 0 0,-1 0 0,2 2 0,1 0 0,-2 2 0,2 0 0,0 0 0,3 0 0</inkml:trace>
  <inkml:trace contextRef="#ctx0" brushRef="#br0" timeOffset="43280">18172 5823 24575,'32'20'0,"0"0"0,-8-4 0,-2-1 0,-4-1 0,-2 0 0,5 6 0,5 1 0,1 3 0,1 4 0,0 3 0,-2 2 0,-4-4 0,-6-6 0,-4-4 0,-1-6 0,-2 0 0,17 17 0,-14-16 0,3 2 0,0 0 0,-1-5 0,0 2 0,4 1 0,0 0 0,0-3 0,3 1-863,2 2 1,1 1 862,-1-2 0,1 2-424,10 7 1,0 2 423,-6-4 0,1 0 0,5 7 0,-1 0 0,-8-10 0,-1-1 0,7 12 0,-17-18 0,-2-1 0,-12-7 0,0 0 1646,-6-2-1646,0 0 926,-2 0-926,4 0 0,-2 0 0,3 0 0,-1 0 0,2 2 0,-3 2 0,0 6 0,-1-1 0,2 6 0,2 0 0,2-2 0,0-1 0,0-7 0,0 4 0,0 0 0,0 1 0,2-1 0,2 1 0,0-3 0,0 4 0,1-7 0,-2 4 0,3-2 0,-1 0 0,0 0 0,0-4 0,-1 2 0,0-4 0,-1 2 0,5 1 0,-1-2 0,3 5 0,2-4 0,-2 0 0,2 0 0,-4-2 0,8-6 0,-8 1 0,8-3 0,-11 2 0,-1 1 0,1-7 0,-2 2 0,1-2 0,-2 5 0,-2 3 0,2-4 0,-2 2 0,0-2 0,0-2 0,0 1 0,0 0 0,0 3 0,0-2 0,-2 4 0,2-4 0,-2 4 0,0-4 0,2 4 0,-2-2 0,0 4 0,0-3 0,-2 3 0,1-4 0,-1 2 0,0 2 0,0 0 0,1 1 0,-9 0 0,5 0 0,-5 1 0,6 0 0,4 0 0,0 0 0</inkml:trace>
  <inkml:trace contextRef="#ctx0" brushRef="#br0" timeOffset="372134">2693 9095 24575,'12'0'0,"-5"0"0,2 0 0,-3 0 0,1 0 0,2 0 0,-2 0 0,1 0 0,-2 0 0,2 0 0,-2 0 0,3 0 0,1 0 0,1 0 0,1 0 0,-2 0 0,14 0 0,9 0 0,-8 0 0,2 0 0,7-1 0,0-1 0,-7 2 0,1 0 0,4-1 0,0-1 0,-2 2 0,0 0 0,-2-1 0,0 0 0,7 1 0,0-1 0,-7 0 0,-2 0 0,15-1-732,1-1 732,-13-3 0,9 1 0,-7-2 0,2 0 0,0 3 0,1 0 0,4-3 0,0 0-721,-5 5 0,-2 1 721,-7 0 0,-1-1 0,8 2 0,-1 0 0,-6 0 0,-1 0-1639,8 0 1,-2 0-1149,8 0 2787,-13 0 0,1 0-3,9 0 3,-9 1 0,3-2 408,6 0 1,2 0-409,2 0 0,2 1 0,-6-1 0,0 0 0,0 0 0,-4 1 0,-1 0 0,-1 0 0,14 1 0,-2 1-372,-11-2 0,-2 0 372,0 2 0,-1-1 1638,-2-1 0,1 0-227,0 0 0,0 0-1411,5 0 0,0 0 0,8 0 687,-6 0-687,-17 0 215,-5 0-215,-2 0 1168,-5 0-1168,1 0 0,0 0 0,-1 0 0,-1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5T13:54:28.951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20378 6313 24575,'-6'-2'0,"-1"0"0,0 2 0,-1 0 0,0 0 0,2-1 0,-1 0 0,2 0 0,-2 1 0,-2 0 0,-7 0 0,2 0 0,-1 0 0,6 0 0,5 0 0,-4 0 0,2 0 0,-2 0 0,0 0 0,0 0 0,0 0 0,-2 0 0,0 0 0,-7 2 0,6 0 0,-2 0 0,6 2 0,1-4 0,-8 6 0,3-2 0,-10 5 0,1-1 0,6-3 0,-4 2 0,12-4 0,-10 5 0,7-4 0,-5 2 0,8 0 0,-7 2 0,-1 2 0,-6 5 0,7-6 0,3 3 0,5-8 0,-1 5 0,-1-2 0,2 3-3277,0-2 0,3 0 3047,-1 6 230,2-4 0,0 15 0,1-11 0,0 11 0,0-11 3276,0-3 0,0-1-3044,1 0-232,0 2 0,4 3 0,-2-6 0,2 4 0,1 2 0,0 0 0,2 2 0,1-1 0,-3-7 0,2 6 0,-1-9 0,3 9 0,-2-5 0,4 6 0,-7-7 0,6 8 0,-8-9 0,5 4 0,-5-6 0,1-1 0,2 1 0,-2 2 0,6 2 0,-4 2 0,4-1 0,-2 4 0,0-5 0,-1 2 0,3 3 0,-3-5 0,3 2 0,-2-3 0,2-2 0,0 2 0,-1-3 0,4 2 0,-6-3 0,7 1 0,1 0 0,3 1 0,3-1 0,-6 0 0,-2-2 0,-1 0 0,1 2 0,-1-3 0,-3 1 0,2-2 0,1-2 0,1 2 0,9-2 0,-12 0 0,8 0 0,-9 0 0,7 0 0,-7 0 0,7 0 0,-4-5 0,-2-3 0,9-9 0,-6 3 0,1 0 0,-5 7 0,-5 3 0,1-5 0,0 2 0,4-7 0,2 0 0,-2 2 0,3-4 0,-4 2 0,2-3 0,2-6 0,-4 4 0,-2 4 0,3-5 0,-3 8 0,1-11 0,-1 0 0,-5 10 0,1-9 0,-2 12 0,0-5 0,0-2 0,0-3 0,-4-4 0,1 6 0,-7-9 0,2 10 0,0-6 0,1 6 0,3 5 0,0-3 0,0 7 0,-1-10 0,0 5 0,-2-6 0,1 6 0,0 1 0,-3 3 0,1 0 0,-5-3 0,7 7 0,-2 0 0,5 5 0,-22-6 0,12 5 0,-22-6 0,21 7 0,-1-4 0,10 4 0,3-2 0</inkml:trace>
  <inkml:trace contextRef="#ctx0" brushRef="#br0" timeOffset="2316">21758 4596 24575,'-40'16'0,"10"-6"0,0 4 0,2-4 0,-7 5 0,-4 1 0,3 0 0,10-4 0,9-1 0,2 4 0,1 5 0,-2 3 0,4 0 0,2-6 0,5-4 0,-3 4 0,3 5 0,1-4 0,2 6 0,2-5 0,0-2 0,0 1 0,2-3 0,5 5 0,2 5 0,7 7 0,-4-6 0,2-1 0,1 1 0,4-3 0,-5-7 0,0 0 0,8 3 0,3-3 0,-12-8 0,4-1 0,1 1 0,-2-1 0,2-1 0,-5-2 0,0 0 0,-1 0 0,2 2 0,8-3 0,-1 2 0,-2-4 0,-9 0 0,-1-1 0,-1 0 0,1 0 0,0 0 0,-5 0 0,9 0 0,-4 0 0,7 0 0,-4 0 0,-2 0 0,1 0 0,-2-1 0,4-2 0,-2-3 0,10-5 0,-1-3 0,5-4 0,-1 0 0,-10 5 0,2-2 0,-6-2 0,3-4 0,0-8 0,-2 0 0,-2 0 0,-2-4 0,-2 1 0,-3 0 0,0-5 0,-2 11 0,0 1 0,0 6 0,0-5 0,-4 0 0,0-6 0,-3 12 0,-1 2 0,0 5 0,-5-6 0,-12-3 0,7 3 0,-6 2 0,11 8 0,2 1 0,-2 3 0,3 0 0,-1 3 0,2-2 0,4 2 0,2 0 0</inkml:trace>
  <inkml:trace contextRef="#ctx0" brushRef="#br0" timeOffset="4951">22069 6270 8191,'-8'-5'0,"-2"3"3276,4-1-1489,-7 2 1031,2-2-2818,-6 2 1719,-4-2-1719,2 2 3276,-1-3 0,5 4-3044,-6-6-232,-9 2 0,6-2 0,-9 3 0,19 1 0,-4 2 0,-6-2 0,4 1 0,-4-1 0,8 2 0,8 0 0,-4 0 0,7 0 0,-17 0 0,10 2 0,-20 3 0,17 1 0,-6 1 0,8-1 0,-4 0 0,3 1 0,-1 1 0,4-2 0,2 1 0,-1 1 0,2 2 0,-2 4 0,0 2 0,3 2 0,-1 3 0,1 1 0,4-4 0,-2 6 0,4-13 0,-1 7 0,0-12 0,2 15 0,-2-4 0,0 13 0,1-3 0,-1 1 0,0 0 0,1 2 0,-3 8 0,3 1 0,1-8 0,1-11 0,4-8 0,-2-3 0,5 6 0,-1 1 0,5 3 0,-2-5 0,3 2 0,2-3 0,-2-2 0,3 1 0,-6-8 0,0 2 0,-1-1 0,2 1 0,0 2 0,5 0 0,-7-4 0,5-1 0,-8-1 0,4-1 0,-2 2 0,0-2 0,2 2 0,2-1 0,-4 2 0,4-1 0,-5 0 0,0-3 0,0 3 0,-3-2 0,1 0 0,9-1 0,2 0 0,18 0 0,-9 0 0,3 0 0,-10 0 0,-3 0 0,-2-1 0,-3-1 0,-1-2 0,-2 0 0,1-2 0,1-2 0,7-7 0,-3 0 0,3-7 0,-8 11 0,-2-7 0,-2 9 0,0-10 0,0-3 0,-2 2 0,2 0 0,-3-2 0,2 1 0,0-3 0,1 2 0,0 10 0,1-5 0,-1 1 0,0-10 0,1 6 0,-1 0 0,-2 10 0,2 1 0,-4 3 0,4-8 0,-4-1 0,2 2 0,-2-6 0,0 5 0,0-1 0,0 2 0,0 0 0,0 2 0,-2-4 0,2 6 0,-2 1 0,0-6 0,0 5 0,-2-5 0,1 4 0,0 0 0,0-4 0,-3-1 0,1 2 0,1 3 0,1 4 0,-1 1 0,-1 0 0,1 1 0,3 3 0</inkml:trace>
  <inkml:trace contextRef="#ctx0" brushRef="#br0" timeOffset="6965">23275 6135 24575,'-27'16'0,"2"-3"0,2-2 0,0 0 0,-2-1 0,4 2 0,-12 1 0,18-5 0,-2 0 0,7-4 0,2 2 0,1-2 0,-6 8 0,-4 11 0,-2 6 0,-1 6 0,7-5 0,5 3 0,1-3 0,4 12 0,-1-12 0,4 0 0,-2-4 0,2-7 0,4 14 0,-3-6 0,5 1 0,-5-9 0,3-6 0,0 3 0,2-2 0,4 8 0,-1-6 0,2 1 0,-4-3 0,-1-2 0,0-2 0,0 7 0,2-5 0,0 1 0,-4-4 0,3-5 0,-4 2 0,4-2 0,-2 0 0,6 2 0,-6-2 0,6 1 0,-7-1 0,7 2 0,-2-4 0,3 4 0,1-4 0,-3 0 0,6 2 0,-4-4 0,2 2 0,-3-2 0,7 0 0,3 0 0,14 0 0,-2 0 0,1 0 0,-9 0 0,2 0 0,-8 0 0,-1 0 0,-5 0 0,-7-4 0,6 0 0,5-13 0,0 0 0,10-10 0,-10 4 0,7-11 0,-12 6 0,-3 9 0,0-1 0,1-15 0,-3 5 0,-1 0 0,-5 14 0,1-19 0,-2 13 0,0-2 0,0 1 0,0 1 0,0-13 0,0 16 0,-2-7 0,0-2 0,-7 2 0,2-1 0,-5 2 0,0 1 0,-3-8 0,-4-1 0,7 12 0,0 1 0,-6-8 0,-7-5 0,13 18 0,-12-11 0,11 13 0,-2-3 0,9 12 0,3 3 0,1 1 0,0 0 0</inkml:trace>
  <inkml:trace contextRef="#ctx0" brushRef="#br0" timeOffset="19316">10287 4061 24575,'33'15'0,"-1"-1"0,0 1 0,1 0 0,-1 0 0,5 1 0,1 1 0,0-1 0,1 1 0,1 0-547,-4-1 1,2 0 0,0-1 0,1 1 0,-1 0 0,0 0-1,0-1 1,-2 0 0,1 0 0,0 0 0,1 0 0,0 0 77,-2 0 1,1-1 0,1 2 0,0-1 0,0 0 0,-1-1 0,0 0-79,0 1 1,-2-2 0,0 1 0,1-1 0,0 1 0,4 1 407,-5-1 1,2 0-1,2 1 1,1 0-1,0 1 1,1-1-1,-1 1 1,0-2-1,-1 1 139,1-1 0,-1 1 0,0-1 0,0-1 0,0 1 0,1 0 0,0 0 0,1 0 0,-5-1 0,2 1 0,0 0 0,1-1 0,0 1 0,0 0 0,0-1 0,-1 1 0,-1-2 0,-1 0-86,3 1 1,-1-1 0,-1 0-1,0-1 1,-1 0 0,0-1 0,-1 0-1,0 0 86,6 1 0,0 0 0,-1-2 0,-1 1 0,-1-1 0,0-1 0,2 0 0,-1-1 0,-2 0 0,1-1 0,-2 0 0,4-1 0,-1-1 0,-1 0 0,-3 0 0,-1-1 0,-2 0 0,-2 0 0,10 1 0,-5 1 0,1 1 1301,-5 2 1,1 2-1302,3 0 0,0-1 0,-3 1 0,0-1 0,8 2 0,-3-1 0,-10-6 0,8 5 3276,-20-7-2567,1 2 2567,8 3-593,1 1-426,9 2-2257,-4 1 234,-1-3-234,-8-1 0,9 6 0,0-2 0,2 4 0,-7-7 0,-14-2 0,-5-6 0,-4 2 0</inkml:trace>
  <inkml:trace contextRef="#ctx0" brushRef="#br0" timeOffset="20717">14720 3726 24575,'-31'22'0,"1"0"0,5-6 0,-1 1 0,-1 0 0,1-2 0,0 1 0,-1-1-862,-1 0 0,0 0 1,-2 2 861,0-2 0,-1 1 0,-2 0 0,0 0-820,-3 1 1,0 0 0,-2 0 0,0 0 163,4-1 1,-1 1-1,0 0 1,-1-1 0,2 0 576,1-1 0,0-1 0,1 0 0,0 0 0,1 0-211,-2 1 1,0 0 0,1-1 0,0 0 289,-6 3 0,0-1 0,0 0 0,1 1 0,1 0 0,-4 1 0,9-4 0,-2 1 0,-1 0 0,0 0 0,-1 0 0,-1 2 0,-1 0 0,0 0 0,0 1 0,0-1-541,4-2 1,1 0-1,-1 0 1,0 1 0,0-1-1,1 0 541,-1 1 0,-1 0 0,0 0 0,1-1 0,1 0 0,1 0-434,-7 3 1,1 0 0,1-1 0,0 1 433,1-1 0,0 1 0,0-1 0,-2 2 213,6-5 0,-1 2 0,-1-1 0,-1 1 0,1-1 0,2 0-213,-3 2 0,1 0 0,1 0 0,-1-1 0,0 1 0,-4 1 0,-1 0 0,0 0 0,0-1 0,2 0 0,-1 1 0,0-1 0,2 0 0,2-1 0,0 0 0,2 0 0,1-2 0,-9 3 0,1-1 786,1 5 1,0-1-787,6-6 0,-1 0 0,-5 6 0,1-1 0,14-8 0,1-1 0,-8 4 3276,20-8-2756,-9 2 2756,-7 6-1336,3-1-1940,-3-2 0,0-1 0,1-2 0,2 0 0,-1-1 0,-2-2 3027,-1 2-3027,5-4 777,6 0-777,5-2 0,-1 1 0,-10 6 0,-1-4 0,-2 1 0,3 1 0,0 1-418,-6-1 0,1-2 418,-16-1 0,12-1 0,-2-2 0,11 0 0,5 0 0,6 2 0,-2-2 0,5 2 836,-12 2-836,-4 3 0,-7 1 0,4-2 0,7-3 0,10-2 0,5 0 0,3 0 0</inkml:trace>
  <inkml:trace contextRef="#ctx0" brushRef="#br0" timeOffset="27368">19837 8054 24575,'-30'-3'0,"-1"1"0,1-1 0,-11 1 0,4 0 0,-1-3 0,11 4 0,-3-1 0,7 2 0,4-2 0,0 1 0,6-1 0,2 2 0,-2 0 0,5 0 0,-13 4 0,-11 4 0,1 0 0,-8 4 0,14-5 0,-14 10 0,0-1 0,14-4 0,0 0 0,-13 4 0,11 0 0,1 4 0,11 2 0,-7 13 0,12 0 0,-1-3-3277,8 9 0,1-19 3047,10 19 230,2-17 0,9 7 0,-2-7 0,0-5 0,0-2 0,12 3 0,-11-7 0,0-1 0,3-1 0,1 0 0,0 0 0,-1 0 0,2 1 0,-2-1 0,13 5 0,-11-3 0,1-1 0,9 2 0,-5-1 3276,-5-5 0,-16-8-3044,1 2-232,0-2 0,-2 0 0,8 0 0,11-2 0,4-5 0,5-1 0,-7-3 0,-7 3 0,14-8 0,-1 3 0,6-5 0,-9 6 0,-6 1 0,-10 3 0,9-9 0,-2-2 0,7-7 0,-3 0 0,-2 1 0,-13 11 0,5-9 0,-7 3 0,9-14 0,-7 2 0,1 0 0,-8 5 0,-1 2 0,-2-6 0,0 5 0,0 1 0,-2 6 0,0 9 0,-2-3 0,-3 2 0,-1-5 0,-10-8 0,9 11 0,-4-2 0</inkml:trace>
  <inkml:trace contextRef="#ctx0" brushRef="#br0" timeOffset="28980">21123 7949 24575,'-13'2'0,"-2"4"0,-1-5 0,-11 5 0,9-5 0,-11 3 0,9-3 0,1 1 0,0-2 0,7 0 0,-5 2 0,-2 2 0,-4 3 0,-3 0 0,1 1 0,6-4 0,-5 3 0,7-1 0,-5 2 0,10-1 0,-1-2 0,7 1 0,-4 4 0,-4 6 0,4-1 0,-6 5 0,9-9 0,-2 0 0,3 3 0,-3 4 0,3-4 0,-3 9 0,7-14 0,0 3 0,0 2 0,1-9 0,-1 18 0,2-8 0,-2 7 0,2-6 0,-2-5 0,2 4 0,0 2 0,0 8 0,4 4 0,5 6 0,1-11 0,1 2 0,-3-12 0,3 12 0,-1-10 0,5 12 0,-8-16 0,3 4 0,-4-9 0,4 5 0,5 3 0,-1-1 0,1 1 0,-8-6 0,12 4 0,-4-3 0,11 7 0,-7-10 0,-3 1 0,-5-4 0,3-2 0,4-2 0,-1-3 0,7-1 0,-10-2 0,1-1 0,3-5 0,-3 0 0,6 0 0,-7-1 0,8-5 0,-3-1 0,2-2 0,4-11 0,-13 14 0,0-1 0,0-1 0,-3-4 0,8-12 0,-5-2 0,-4 6 0,-3 8 0,-1 1 0,-4-6 0,0 4 0,-2 0 0,-5-3 0,-1-3 0,-2 12 0,6 10 0,-1 3 0,4 5 0</inkml:trace>
  <inkml:trace contextRef="#ctx0" brushRef="#br0" timeOffset="30468">22078 8030 24575,'-10'-4'0,"1"0"0,-1 2 0,4-2 0,-2 4 0,2-4 0,-8 2 0,4-1 0,-6 1 0,1 0 0,3 2 0,-10-2 0,7 2 0,-16 0 0,7 0 0,-2 0 0,-3 0 0,12 0 0,-11 0 0,13 0 0,-4 4 0,8-3 0,-4 7 0,6-7 0,-9 11 0,4-7 0,-5 10 0,8-8 0,-4 6 0,1 0 0,-7 4 0,1 2 0,5-6 0,5-3 0,4-2 0,0-2 0,0 3 0,-3 8 0,-1 5 0,4-1 0,-2 1 0,6-7 0,-3 1 0,-1 8 0,1 5 0,0 3 0,3-1 0,2-8 0,0-5 0,0 3 0,2 3 0,1 4 0,2-5 0,2-1 0,2 7 0,-1-6 0,1-1 0,5 10 0,5 1 0,-9-14 0,0-1 0,7 4 0,-2 0 0,-10-17 0,1-1 0,-1-2 0,2-2 0,5 0 0,4-2 0,9-1 0,-6-1 0,-2 1 0,-11 1 0,-4 2 0</inkml:trace>
  <inkml:trace contextRef="#ctx0" brushRef="#br0" timeOffset="105417">21639 8753 24575,'8'6'0,"-2"0"0,2-2 0,-4-2 0,3 0 0,0-2 0,9-8 0,-5 1 0,8-6 0,-11 5 0,2 2 0,-2 0 0,-2 0 0,3 0 0,3-9 0,-2 7 0,3-8 0,-7 10 0,-1 1 0,1-1 0,0 0 0,2-2 0,0-2 0,-2 2 0,-1-2 0,3-2 0,1-1 0,-1-1 0,2 1 0,-6 4 0,2 2 0,4-6 0,-5 5 0,8-12 0,-4 4 0,4-6 0,-4 4 0,5-7 0,-6 7 0,6-6 0,-9 9 0,2 1 0,-5 8 0,2-7 0,2 0 0,-3-7 0,0 5 0,-3-1 0,0 7 0,0 1 0,0-8 0,0-1 0,-6-14 0,2 9 0,-6-6 0,1 8 0,-2-1 0,0 1 0,3 5 0,-1-1 0,3 7 0,0-1 0,2 7 0,3 3 0</inkml:trace>
  <inkml:trace contextRef="#ctx0" brushRef="#br0" timeOffset="107367">22558 8013 24575,'-15'0'0,"2"0"0,-14 4 0,5 0 0,-3 3 0,4 2 0,1-1 0,5 1 0,-2 4 0,7-5 0,-3 5 0,4-4 0,-9 13 0,8-6 0,-5 7 0,8-4 0,1-10 0,3 8 0,0-7 0,2 8 0,-1 1 0,2 6 0,0-2 0,0 4 0,3-5 0,-1 11 0,3 0 0,0-2 0,-1-9 0,2-5 0,-3-7 0,5 10 0,-2-5 0,6 7 0,-3-9 0,1 2 0,0-4 0,7 7 0,-1 0 0,2-1 0,2 0 0,6 2 0,2 2 0,-7-9 0,-15-10 0,4 4 0,0-2 0,0-2 0,16 2 0,1-1 0,16 0 0,-13-1 0,2-2 0,-15 0 0,1 0 0,-4 0 0,-2 0 0,3-9 0,-8 5 0,8-15 0,-8 7 0,5-5 0,-5-1 0,6-7 0,-3 2 0,5-9 0,-6 12 0,-3-1 0,-1 7 0,-1-9 0,-1-3 0,-1-4 0,-2 2 0,0 8 0,0-6 0,0 6 0,-2-18 0,-1 12 0,-3-10 0,-1 15 0,-2-6 0,0 10 0,-4-14 0,3 13 0,-6-9 0,4 13 0,-12-18 0,-1 8 0,6 4 0,0 0 0,-6 2 0,0-2 0,12 15 0,4 1 0,-3 0 0,4 3 0,-2 0 0,4 1 0,2 0 0</inkml:trace>
  <inkml:trace contextRef="#ctx0" brushRef="#br0" timeOffset="109332">23562 8002 24575,'-24'2'0,"3"2"0,-10 2 0,6 2 0,5-1 0,-6 3 0,9-1 0,0-3 0,9-1 0,-1 1 0,-1 3 0,-3 4 0,-5 4 0,4-1 0,0-1 0,2-2 0,4 0 0,-5 5 0,4 7 0,0-7 0,3 3 0,3-8 0,-1 9 0,0 1 0,1 8 0,-2-7 0,5-3 0,0-2 0,0-1 0,6 10 0,0-1 0,5-4 0,-5 1 0,1-11 0,-1 3 0,7 8 0,2-5 0,2 6 0,-2-10 0,-1-8 0,-1 1 0,5 0 0,-7-1 0,5 3 0,-8-6 0,5 3 0,-3-2 0,2 2 0,2-1 0,-5-1 0,2-1 0,-5 0 0,0 0 0,3 0 0,1 1 0,4-2 0,3 0 0,-5-3 0,2 0 0,-4 0 0,-2 0 0,1-2 0,-3 0 0,2-2 0,2-3 0,2-2 0,0-3 0,-2 2 0,0 0 0,-4-2 0,4-3 0,1-6 0,-1 4 0,-3 0 0,0 5 0,-6 5 0,5-7 0,-4 7 0,3-17 0,-1 9 0,1-12 0,-3 12 0,2-2 0,-1 2 0,-1 0 0,2-6 0,-3-2 0,1-4 0,-2-2 0,0 2 0,0 7 0,0 1 0,0 10 0,-5-16 0,4 13 0,-9-18 0,7 16 0,-5-3 0,4 5 0,-2 1 0,0-1 0,-2 2 0,-2-2 0,1 6 0,1 0 0,3 2 0,1 4 0,0-2 0,1 2 0,0 0 0,2 0 0</inkml:trace>
  <inkml:trace contextRef="#ctx0" brushRef="#br0" timeOffset="112000">24427 7945 24575,'-18'0'0,"3"0"0,4 0 0,4 0 0,3 0 0,-6 2 0,-2 1 0,-2 1 0,-1 0 0,-2 1 0,2-1 0,-5-1 0,2 1 0,3-2 0,-5 0 0,4 4 0,-9-2 0,3 5 0,-1 0 0,7-3 0,0 3 0,7-7 0,-9 6 0,0-1 0,-5 4 0,0-1 0,10-3 0,4-3 0,-2 3 0,-4 1 0,-8 8 0,7-5 0,-3 6 0,10-10 0,-1 5 0,2-2 0,1 9 0,3-3 0,2-2 0,0 1 0,2-6 0,-2 10 0,2-1 0,0 2 0,2-3 0,-2-2 0,2-4 0,0 1 0,-2-1 0,4 6 0,-1 0 0,3 5 0,-2-5 0,2-2 0,-1-2 0,1 1 0,-2-1 0,2 2 0,2 0 0,-3-5 0,6 10 0,-4-5 0,6 7 0,-7-9 0,4 2 0,-4-4 0,2 1 0,2 2 0,0-2 0,1-2 0,-3-2 0,1 0 0,-1-4 0,4 1 0,-4-2 0,1 0 0,-3-1 0,4 4 0,-4-3 0,3 2 0,-5-5 0,2 2 0,15 2 0,0 1 0,13 4 0,-11-4 0,-5 1 0,-8-6 0,0 2 0,-2-2 0,-1 0 0,9 0 0,-2-3 0,8-2 0,-9 0 0,-1 0 0,-3 3 0,-1-2 0,2 0 0,0 0 0,-2 0 0,-2 0 0,5 0 0,-6 0 0,10-1 0,-6-2 0,9-3 0,-7 5 0,5-4 0,-6 3 0,-2-1 0,1-2 0,-3 3 0,1 0 0,2-5 0,-1 2 0,3-7 0,-3 5 0,-3-3 0,0 6 0,-1-5 0,2-1 0,-1-4 0,1-3 0,-4 4 0,0-8 0,-2-10 0,0 1 0,0-3 0,0 9 0,-2 9 0,-3-6 0,-4-1 0,-2 0 0,2 3 0,1 6 0,3 5 0,1-1 0,-2-5 0,-1-2 0,-3 1 0,4 4 0,-3 1 0,6 5 0,-5-3 0,-2-7 0,2 2 0,-4-5 0,7 11 0,-1 1 0,2 4 0,0 0 0,2 3 0,1 1 0</inkml:trace>
  <inkml:trace contextRef="#ctx0" brushRef="#br0" timeOffset="140582">20395 6357 24575,'6'0'0,"-1"0"0,-1 0 0,1-2 0,8-13 0,-5 8 0,3-14 0,-7 17 0,2-6 0,-2 4 0,2-2 0,-1-2 0,2-2 0,-1 0 0,-1 2 0,1 1 0,-2 4 0,2-2 0,1-3 0,3-4 0,-1 1 0,1 1 0,-2 3 0,-1 2 0,11-8 0,-8 6 0,9-4 0,-11 7 0,1 1 0,-1-5 0,2 2 0,2-8 0,-3 7 0,-2 0 0,-3 3 0,1 0 0,0-2 0,1 0 0,1-2 0,2-2 0,1-1 0,-2 1 0,0-2 0,-2-1 0,3 0 0,-3-6 0,0 9 0,1-8 0,-3 9 0,4-5 0,-4 4 0,1 2 0,-3 0 0,4-4 0,-2 3 0,3-7 0,-2 10 0,-3-4 0,2 8 0,0-7 0,1 2 0,0-3 0,0 4 0,-3 1 0,2 3 0,0-4 0,0 2 0,-2 0 0,5-6 0,0-3 0,4-1 0,-2-3 0,1 2 0,-3 0 0,3 0 0,-2-6 0,1 9 0,-1-5 0,-1 8 0,1-5 0,-4 9 0,10-13 0,-8 12 0,6-4 0,-1-1 0,-6 8 0,8-8 0,-3 0 0,6-3 0,5-6 0,4-4 0,-9 10 0,1 1 0,-3 1 0,2 0 0,6-6 0,-3-1 0,-5 9 0,0-3 0,-7 10 0,5-7 0,-6 7 0,2-5 0,4 2 0,-4-2 0,11-7 0,-7 7 0,1-2 0,-6 6 0,-1 0 0,4-4 0,2 2 0,1-2 0,-3 2 0,-1 2 0,-3 0 0,0 2 0,4-2 0,-4 2 0,2-2 0,-3 2 0,-3 2 0,0 1 0</inkml:trace>
  <inkml:trace contextRef="#ctx0" brushRef="#br0" timeOffset="142333">21705 5337 24575,'0'24'0,"-2"6"0,1 6 0,-1-1 0,2-13 0,0-3 0,0 0 0,0 3 0,0 3 0,2 1 0,-2-6 0,4 0 0,-4-7 0,4-1 0,-2 4 0,2-3 0,0 4 0,0-2 0,0 0 0,0-4 0,-1 3 0,0 2 0,-2-9 0,2 7 0,-2-8 0,1 3 0,-2 6 0,0 5 0,0-2 0,0 1 0,0-2 0,0 1 0,0 2 0,0-2 0,0-7 0,0 0 0,0-7 0,0 4 0,0 0 0,0 0 0,0 4 0,0-2 0,0-1 0,0 3 0,0-7 0,0 8 0,0-6 0,0 2 0,0-1 0,0 0 0,0 2 0,0 0 0,-2 0 0,1 1 0,0-2 0,1-2 0,0-1 0,-2 0 0,1 0 0,-2 6 0,0-5 0,1-8 0,0 1 0,2-8 0</inkml:trace>
  <inkml:trace contextRef="#ctx0" brushRef="#br0" timeOffset="144333">22098 5225 24575,'9'12'0,"-1"-3"0,4 8 0,0-5 0,3 5 0,0-1 0,14 12 0,-13-12 0,0 0 0,6 5 0,1 0 0,-5-3 0,-1-2 0,10 11 0,-9-9 0,-6-6 0,1 4 0,3 3 0,2 3 0,-1 4 0,-4-11 0,-2 3 0,2-3 0,9 12 0,1-3 0,-6-4 0,-1-5 0,-11-8 0,5 3 0,-2 0 0,2 0 0,1 7 0,-1-8 0,-3 3 0,5-1 0,-7-2 0,9 7 0,-6-2 0,7 5 0,-6-3 0,6 5 0,-5-5 0,2 3 0,-1 0 0,-1-4 0,-5-2 0,6 1 0,-4 0 0,3 1 0,2 1 0,-8-6 0,3-1 0,-3-1 0,3-1 0,0 4 0,1-5 0,2 7 0,-2-2 0,4 5 0,-6-6 0,8 6 0,-7-5 0,4 1 0,-4 0 0,-3-4 0,0 0 0,-1-4 0,-2-1 0,2-1 0,5 12 0,-5-8 0,6 7 0,-4-5 0,5 4 0,1 6 0,1-3 0,-4-3 0,-4-9 0,-3-1 0</inkml:trace>
  <inkml:trace contextRef="#ctx0" brushRef="#br0" timeOffset="145482">21762 4651 24575,'9'3'0,"4"0"0,-4 0 0,6 2 0,-4-2 0,0 1 0,-1-2 0,-2-2 0,0 2 0,-3-2 0,-3 0 0,0 0 0</inkml:trace>
  <inkml:trace contextRef="#ctx0" brushRef="#br0" timeOffset="147765">20365 7079 24575,'-2'10'0,"2"5"0,-2-6 0,2 6 0,0-8 0,0 16 0,2-4 0,3 16 0,-2-15 0,3 1 0,-4-8 0,4 0 0,-2-1 0,2 2 0,-2-2 0,1 5 0,3 3 0,-1 0 0,6 4 0,-7-9 0,4 1 0,-5-7 0,3 5 0,-4-5 0,2 3 0,-2-6 0,4 8 0,-3-7 0,4 13 0,-2-9 0,1 5 0,1 0 0,-2-5 0,1 1 0,1 1 0,0-2 0,5 6 0,0 0 0,-6-8 0,6 9 0,-9-12 0,8 9 0,-5-4 0,2-2 0,-1 2 0,-5-7 0,2 4 0,-3-4 0,2 6 0,2-2 0,0 9 0,3-4 0,1 6 0,-6-10 0,7 5 0,-7-5 0,6 4 0,-1-1 0,-2 0 0,2-4 0,-6 0 0,4-2 0,-4 0 0,4 2 0,1 0 0,2 2 0,-1-2 0,-3 0 0,1-3 0,-2-1 0,2 4 0,0-4 0,-4 0 0,2 0 0,-3-4 0,1 2 0,-2-1 0,0 0 0,-2 0 0</inkml:trace>
  <inkml:trace contextRef="#ctx0" brushRef="#br0" timeOffset="149099">21133 7988 24575,'5'14'0,"-1"-1"0,0 1 0,-2-6 0,1-1 0,-1 1 0,2 0 0,0 3 0,-2-4 0,0-1 0,-2-3 0,0-1 0,0 0 0</inkml:trace>
  <inkml:trace contextRef="#ctx0" brushRef="#br0" timeOffset="151032">19757 8072 24575,'-4'-14'0,"3"4"0,-3-1 0,4 3 0,0 4 0,0-2 0,0 0 0,4-6 0,-3 3 0,4-5 0,2-5 0,0 3 0,5-10 0,-7 12 0,3 0 0,-6 6 0,6-7 0,-3-3 0,5 1 0,-7 2 0,3 6 0,-4 2 0,2-2 0,0 1 0,4-11 0,0 3 0,3-5 0,-4 4 0,-1 6 0,0-1 0,0-2 0,5-4 0,-3-4 0,5-1 0,-6 6 0,3-4 0,-4 9 0,1-7 0,0 2 0,-2 5 0,3-7 0,-5 14 0,6-14 0,-3 6 0,4-9 0,-4 7 0,2-2 0,-1-2 0,2 1 0,-4-4 0,2 2 0,-4 4 0,3-1 0,-3 3 0,3-4 0,-4 8 0,4-10 0,-2 11 0,1-5 0,-1 4 0,0-2 0,0 0 0,0 2 0,0 2 0,-2 0 0,1 2 0,1-3 0,-1 2 0,2-2 0,-3 5 0,0-4 0,1 4 0,0-4 0,-1 2 0,1 0 0,-3-2 0,4 4 0,-4-4 0,2 4 0,-2 0 0,0 3 0</inkml:trace>
  <inkml:trace contextRef="#ctx0" brushRef="#br0" timeOffset="153032">21697 7054 24575,'-1'29'0,"0"1"0,0 1 0,-1-3 0,-2 8 0,2-10 0,1-1 0,-1 4 0,2 6 0,2-14 0,-2-6 0,7 20 0,-4-18 0,4 9 0,-3-13 0,0 2 0,1-1 0,3 7 0,-1-3 0,3 5 0,-3-5 0,-1 1 0,0 0 0,-1 2 0,0 2 0,-2-8 0,-2 1 0,1-7 0,-2 7 0,0-4 0,0 12 0,0-5 0,0 3 0,0-2 0,1-4 0,2 4 0,-1-6 0,0-3 0,0-3 0,-2-4 0,2 5 0,-2-2 0,2 1 0,-2-1 0,2 4 0,-2 0 0,0 0 0,0-4 0,0-3 0,0-2 0,0-1 0</inkml:trace>
  <inkml:trace contextRef="#ctx0" brushRef="#br0" timeOffset="155249">23143 6982 24575,'-5'20'0,"-4"6"0,0 0 0,-3-2 0,1 8 0,2-17 0,2 7 0,-1-9 0,1 4 0,-4 5 0,-1 5 0,3-3 0,-1-3 0,5-6 0,-2-1 0,-1 7 0,1-3 0,-2 5 0,0-3 0,4-3 0,-1-1 0,0 0 0,-1-2 0,0 3 0,1-6 0,4-3 0,-4 4 0,3-2 0,-6 9 0,6-6 0,-2 3 0,4-5 0,-2-3 0,2-1 0,-1-2 0,1 2 0,-2 3 0,-1 0 0,0 4 0,0-4 0,2-2 0,-1-1 0,-1 3 0,-1-1 0,-5 8 0,3-3 0,-1 0 0,2-2 0,-3-1 0,2 1 0,-3 1 0,-3 5 0,6-6 0,-8 4 0,8-5 0,-1-2 0,0 2 0,2-5 0,0 4 0,0-2 0,2-1 0,0 1 0,0-2 0,-1 2 0,-1 2 0,-3 2 0,1-1 0,2 0 0,0-6 0,2 2 0,-3 3 0,2-3 0,-3 4 0,1-3 0,2 0 0,-2 0 0,3-1 0,0-2 0,-2 4 0,2-5 0,0 4 0,-1-3 0,2 3 0,-3-1 0,4-1 0,0-4 0</inkml:trace>
  <inkml:trace contextRef="#ctx0" brushRef="#br0" timeOffset="156898">23393 6939 24575,'8'22'0,"-1"-1"0,3 12 0,-1-8 0,2 6 0,-3-8 0,-1-1 0,-2 0 0,2 0 0,-3 10 0,-1-12 0,-1 10 0,0 2 0,-2-3 0,2 9 0,0-19 0,1 16 0,-1-12 0,4 16 0,-2 3 0,2-11 0,-3-3 0,1-11 0,-4-7 0,4 9 0,-2-12 0,2 5 0,-2-6 0,2 3 0,-4 1 0,4 3 0,-4-1 0,2-2 0,-2 1 0,0-3 0,0 5 0,0-3 0,0 7 0,0 0 0,0 2 0,0-5 0,0-2 0,2-2 0,-2 2 0,2-4 0,-2 1 0,2-1 0,-2 0 0,4 2 0,-4-4 0,2 0 0,-2 2 0,0 2 0,0-1 0,0 0 0,-3-9 0,2 2 0,-3-4 0</inkml:trace>
  <inkml:trace contextRef="#ctx0" brushRef="#br0" timeOffset="158832">23575 6912 24575,'11'3'0,"10"14"0,-2 1 0,9 10 0,-5-5 0,1-2 0,4 5 0,-6-8 0,-7-3 0,1 0 0,6 7 0,-5-7 0,-1 1 0,7 5 0,6 6 0,-7-3 0,-1-1 0,-6-7 0,-1 0 0,2 0 0,5 8 0,-9-13 0,3 6 0,1-1 0,2 4 0,-2-4 0,-5-4 0,3 2 0,-2 0 0,5 5 0,-5-8 0,1 6 0,-6-12 0,5 10 0,-4-5 0,6 6 0,-2 2 0,6 5 0,-6-2 0,1-1 0,-6-7 0,1 1 0,1 5 0,-1-4 0,1 6 0,-6-15 0,2 4 0,0 2 0,0-1 0,2 5 0,-3-4 0,2-2 0,0 1 0,-3-2 0,2 1 0,-1 0 0,0-4 0,0 2 0,-1-5 0,-1 1 0,2 4 0,2-2 0,-1 5 0,2-2 0,-4 0 0,5 4 0,-4-4 0,3 1 0,-5-3 0,3 1 0,-4-2 0,4 3 0,-3 1 0,2 0 0,1 3 0,-3-4 0,1-3 0,-2 2 0,0-4 0,-7 0 0,3-2 0,-11-6 0,7 2 0,-3-2 0,7 4 0</inkml:trace>
  <inkml:trace contextRef="#ctx0" brushRef="#br0" timeOffset="163499">21549 774 24575,'-17'11'0,"-1"3"0,9-7 0,-13 10 0,4 0 0,-12 11 0,13-11 0,-3 5 0,-1 1 0,3 2 0,4-6 0,0 0 0,1 5 0,2-4 0,0 1 0,0 7 0,-4 9 0,6-4 0,6-7 0,2 1 0,1-2 0,0-2 0,2 3 0,1-4 0,1 0 0,1 8 0,1 1-1639,2-7 1,1-2-1639,4 15 3047,1-10 230,2 10 0,4-9 0,-5-5 0,0-1 0,8 5 0,-8-10 0,0-1 0,3-1 0,-2 3 0,-1-7 3276,-6-4 0,12 1-3044,-11-4-232,10 3 0,-13-5 0,9 2 0,-3-4 0,8 2 0,-1-2 0,-5 0 0,8-2 0,-10 2 0,5-4 0,19-3 0,-9 1 0,7-2 0,1 1 0,-2 0 0,-8 3 0,-4 0 0,-11 1 0,0 2 0,-5-1 0,2 1 0,0-2 0,0-2 0,0 0 0,7-7 0,-4 3 0,8-8 0,-10 6 0,5-3 0,-9 5 0,5-2 0,-2-2 0,5-7 0,1-7 0,-3 3 0,0 3 0,-6 8 0,3-9 0,-3 4 0,-1-4 0,-2 0 0,-2 5 0,2-2 0,-2-8 0,2 3 0,-6-12 0,-3 6 0,0 7 0,-1 4 0,-1 0 0,2 1 0,-7-10 0,-3 2 0,0 5 0,3 3 0,-4 1 0,5 4 0,-6-5 0,7 6 0,2 3 0,5 4 0,-2 1 0,-1-2 0,-5 1 0,-5-2 0,2 0 0,-4 0 0,5-1 0,-5 1 0,5 1 0,-1 0 0,6 4 0,1-2 0,1 3 0,0 0 0,0-1 0,-4 1 0,3-2 0,-13 2 0,7-2 0,-10 2 0,6-3 0,4 4 0,-7-4 0,7 3 0,-4-1 0,5 2 0,6 0 0,1 0 0,1 0 0,-2-2 0,0 2 0,1-2 0,0 2 0,1 0 0,-4 0 0,-10-2 0,9 1 0,-9 0 0,8 1 0,1 0 0,-9 2 0,7 0 0,1 2 0,3-1 0,-1 3 0,1-3 0,1 2 0,3-5 0,4 2 0,-1-2 0</inkml:trace>
  <inkml:trace contextRef="#ctx0" brushRef="#br0" timeOffset="165765">21962 987 24575,'11'-19'0,"11"-15"0,-1 0 0,-7 13 0,0 0 0,5-5 0,-2 7 0,-3 5 0,15-13 0,-13 14 0,2 0 0,6-4 0,1 0 0,-4 4 0,0 1 0,12-4 0,-11 7 0,2 0 0,2 0 0,11 1 0,-15 3 0,0 1 0,14 2 0,-13 0 0,0 1 0,16 1 0,-17 0 0,0 0 0,4 1 0,0 1 0,8 0 0,5 1 0,-15 2 0,12 2 0,-3 3 0,-11-3 0,-1 0 0,5 3 0,3 1 0,1 0 0,-2 2 0,-7-4 0,0 0 0,9 9 0,-3-4 0,1 6 0,-7-1 0,5 3-309,-8-7 0,-1 1 309,5 4 0,-6-6 0,1 2 0,1 3 0,-1 2 0,1 3 0,0 1 0,1 2 0,0 2 0,-3 3 0,-1 1 0,-5-5 0,0 1 0,2 10 0,-2 0 0,-4-12 0,0 0 0,-1 8 0,0-3 0,-2 2 309,-1-10 0,-1 1-309,2 3 0,-1 1 0,-1 3 0,-1 2 0,0 4 0,0 2 0,-3-2 0,-2-2-562,1-10 0,-1-2 562,-2 2 0,-1-1 0,-3 8 0,-8 3 0,9-11 0,-2 0 0,-1-4 0,0-1 0,1 3 0,0-2 0,-10 13 0,5-9 0,-8 7 0,8-14 0,0-1 0,2-1 0,0-1 0,-2 0 0,0-2 0,-6 4 0,-2-4 0,0 0 1124,-9 0-1124,-1 0 0,11-5 0,1-1 0,-13 4 0,0 0 0,8-5 0,3-1 0,-17-1 0,19-3 0,-15 1 0,19-2 0,-1 0 0,-3 0 0,-3-2 0,-6 1 0,3 0 0,-1-2 0,13 3 0,-3-4 0,8 1 0,-3-1 0,1-2 0,-4-3 0,-4-2 0,1-2 0,2-3 0,0 2 0,-9-15 0,13 15 0,-2-2 0,-3-4 0,-1-1 0,5 5 0,0 0 0,0-1 0,2 2 0,-4-3 0,-5-13 0,9 15 0,-7-17 0,11 16 0,-1-2 0,6 1 0,-2 3 0,-1-6 0,-1 1 0,0 6 0,5 4 0,-1 0 0,2 4 0,-3-8 0,0 0 0,1-2 0,-1 0 0,2 5 0,0-4 0,0 6 0,2-3 0,0 4 0,0 4 0,2-5 0,-3 4 0,-1-6 0,0 3 0,0 0 0,2 1 0,2 5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072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DB0442F-BE40-16FF-6D47-4ABF64E54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>
            <a:extLst>
              <a:ext uri="{FF2B5EF4-FFF2-40B4-BE49-F238E27FC236}">
                <a16:creationId xmlns:a16="http://schemas.microsoft.com/office/drawing/2014/main" id="{50862B42-27B2-7860-4B13-C8849C906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>
            <a:extLst>
              <a:ext uri="{FF2B5EF4-FFF2-40B4-BE49-F238E27FC236}">
                <a16:creationId xmlns:a16="http://schemas.microsoft.com/office/drawing/2014/main" id="{76CD5FAA-14D2-1C76-FBBD-C327EBB3F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2051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598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1733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B6C9D7A-A0EA-1321-D36A-464E5B18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>
            <a:extLst>
              <a:ext uri="{FF2B5EF4-FFF2-40B4-BE49-F238E27FC236}">
                <a16:creationId xmlns:a16="http://schemas.microsoft.com/office/drawing/2014/main" id="{5AF5D157-3E33-54D2-38ED-C49C5EB9E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>
            <a:extLst>
              <a:ext uri="{FF2B5EF4-FFF2-40B4-BE49-F238E27FC236}">
                <a16:creationId xmlns:a16="http://schemas.microsoft.com/office/drawing/2014/main" id="{4C19E479-6390-3F2B-D684-8FF385178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8130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B582730F-8FFB-189A-5F39-559F4C0F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>
            <a:extLst>
              <a:ext uri="{FF2B5EF4-FFF2-40B4-BE49-F238E27FC236}">
                <a16:creationId xmlns:a16="http://schemas.microsoft.com/office/drawing/2014/main" id="{91D54900-F129-308D-541E-FC5CD7A13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>
            <a:extLst>
              <a:ext uri="{FF2B5EF4-FFF2-40B4-BE49-F238E27FC236}">
                <a16:creationId xmlns:a16="http://schemas.microsoft.com/office/drawing/2014/main" id="{87B2EB34-E802-0D69-0077-6C9750913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9826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0C5CAE7-A994-EA67-8216-0E6535A2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>
            <a:extLst>
              <a:ext uri="{FF2B5EF4-FFF2-40B4-BE49-F238E27FC236}">
                <a16:creationId xmlns:a16="http://schemas.microsoft.com/office/drawing/2014/main" id="{CAFDB914-B7B2-1DFE-8323-3EC994456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>
            <a:extLst>
              <a:ext uri="{FF2B5EF4-FFF2-40B4-BE49-F238E27FC236}">
                <a16:creationId xmlns:a16="http://schemas.microsoft.com/office/drawing/2014/main" id="{CA4906EC-6909-AC3D-52E3-82D3A4AF9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251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06DFD28F-160B-459D-26CE-56CDCB22F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>
            <a:extLst>
              <a:ext uri="{FF2B5EF4-FFF2-40B4-BE49-F238E27FC236}">
                <a16:creationId xmlns:a16="http://schemas.microsoft.com/office/drawing/2014/main" id="{CC4B5960-F0F1-2E04-88EA-E19C1FB38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>
            <a:extLst>
              <a:ext uri="{FF2B5EF4-FFF2-40B4-BE49-F238E27FC236}">
                <a16:creationId xmlns:a16="http://schemas.microsoft.com/office/drawing/2014/main" id="{49889313-D5ED-D87C-B92D-76983987E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8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9ABBE79-F52E-5453-8B2E-7E801FA2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>
            <a:extLst>
              <a:ext uri="{FF2B5EF4-FFF2-40B4-BE49-F238E27FC236}">
                <a16:creationId xmlns:a16="http://schemas.microsoft.com/office/drawing/2014/main" id="{FCBE2BDE-AE75-B6BF-866B-1AB8C04214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>
            <a:extLst>
              <a:ext uri="{FF2B5EF4-FFF2-40B4-BE49-F238E27FC236}">
                <a16:creationId xmlns:a16="http://schemas.microsoft.com/office/drawing/2014/main" id="{0291F5E1-CE7B-049B-06FF-06F077A6E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220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53401078-E649-6B4A-1339-10A8BCCA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>
            <a:extLst>
              <a:ext uri="{FF2B5EF4-FFF2-40B4-BE49-F238E27FC236}">
                <a16:creationId xmlns:a16="http://schemas.microsoft.com/office/drawing/2014/main" id="{6CD927A1-CF99-75D7-1097-98265C7A6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>
            <a:extLst>
              <a:ext uri="{FF2B5EF4-FFF2-40B4-BE49-F238E27FC236}">
                <a16:creationId xmlns:a16="http://schemas.microsoft.com/office/drawing/2014/main" id="{54F3BD1E-5183-E6AF-8BD7-A17F19319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55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2598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Árboles N-arios</a:t>
            </a:r>
            <a:endParaRPr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53325" y="113350"/>
            <a:ext cx="8520600" cy="4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II</a:t>
            </a:r>
            <a:endParaRPr sz="17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198783"/>
            <a:ext cx="8520600" cy="1645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Interfaces</a:t>
            </a:r>
            <a:endParaRPr sz="70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783625" y="1979876"/>
            <a:ext cx="7769400" cy="1979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 una estructura de datos en la que cada nodo puede tener entre 0 y N hijos. A diferencia de un árbol binario, donde cada nodo tiene como máximo dos hijos.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419" sz="2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Conceptos clave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84520" y="986970"/>
            <a:ext cx="8374959" cy="3853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lvl="0" indent="-571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800" b="1" dirty="0" err="1"/>
              <a:t>Raíz</a:t>
            </a:r>
            <a:r>
              <a:rPr lang="en-US" sz="2800" dirty="0"/>
              <a:t>: Es </a:t>
            </a:r>
            <a:r>
              <a:rPr lang="en-US" sz="2800" dirty="0" err="1"/>
              <a:t>el</a:t>
            </a:r>
            <a:r>
              <a:rPr lang="en-US" sz="2800" dirty="0"/>
              <a:t> </a:t>
            </a:r>
            <a:r>
              <a:rPr lang="en-US" sz="2800" dirty="0" err="1"/>
              <a:t>nodo</a:t>
            </a:r>
            <a:r>
              <a:rPr lang="en-US" sz="2800" dirty="0"/>
              <a:t> </a:t>
            </a:r>
            <a:r>
              <a:rPr lang="en-US" sz="2800" dirty="0" err="1"/>
              <a:t>inicial</a:t>
            </a:r>
            <a:r>
              <a:rPr lang="en-US" sz="2800" dirty="0"/>
              <a:t> del árbol, </a:t>
            </a:r>
            <a:r>
              <a:rPr lang="en-US" sz="2800" dirty="0" err="1"/>
              <a:t>desde</a:t>
            </a:r>
            <a:r>
              <a:rPr lang="en-US" sz="2800" dirty="0"/>
              <a:t> </a:t>
            </a:r>
            <a:r>
              <a:rPr lang="en-US" sz="2800" dirty="0" err="1"/>
              <a:t>el</a:t>
            </a:r>
            <a:r>
              <a:rPr lang="en-US" sz="2800" dirty="0"/>
              <a:t> </a:t>
            </a:r>
            <a:r>
              <a:rPr lang="en-US" sz="2800" dirty="0" err="1"/>
              <a:t>cual</a:t>
            </a:r>
            <a:r>
              <a:rPr lang="en-US" sz="2800" dirty="0"/>
              <a:t> se </a:t>
            </a:r>
            <a:r>
              <a:rPr lang="en-US" sz="2800" dirty="0" err="1"/>
              <a:t>derivan</a:t>
            </a:r>
            <a:r>
              <a:rPr lang="en-US" sz="2800" dirty="0"/>
              <a:t> </a:t>
            </a:r>
            <a:r>
              <a:rPr lang="en-US" sz="2800" dirty="0" err="1"/>
              <a:t>todos</a:t>
            </a:r>
            <a:r>
              <a:rPr lang="en-US" sz="2800" dirty="0"/>
              <a:t>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demás</a:t>
            </a:r>
            <a:r>
              <a:rPr lang="en-US" sz="2800" dirty="0"/>
              <a:t> </a:t>
            </a:r>
            <a:r>
              <a:rPr lang="en-US" sz="2800" dirty="0" err="1"/>
              <a:t>nodos</a:t>
            </a:r>
            <a:r>
              <a:rPr lang="en-US" sz="2800" dirty="0"/>
              <a:t>.</a:t>
            </a:r>
          </a:p>
          <a:p>
            <a:pPr marL="571500" lvl="0" indent="-571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800" b="1" dirty="0" err="1"/>
              <a:t>Hijos</a:t>
            </a:r>
            <a:r>
              <a:rPr lang="en-US" sz="2800" dirty="0"/>
              <a:t>: Son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nodos</a:t>
            </a:r>
            <a:r>
              <a:rPr lang="en-US" sz="2800" dirty="0"/>
              <a:t> que </a:t>
            </a:r>
            <a:r>
              <a:rPr lang="en-US" sz="2800" dirty="0" err="1"/>
              <a:t>derivan</a:t>
            </a:r>
            <a:r>
              <a:rPr lang="en-US" sz="2800" dirty="0"/>
              <a:t> </a:t>
            </a:r>
            <a:r>
              <a:rPr lang="en-US" sz="2800" dirty="0" err="1"/>
              <a:t>directamente</a:t>
            </a:r>
            <a:r>
              <a:rPr lang="en-US" sz="2800" dirty="0"/>
              <a:t> de un </a:t>
            </a:r>
            <a:r>
              <a:rPr lang="en-US" sz="2800" dirty="0" err="1"/>
              <a:t>nodo</a:t>
            </a:r>
            <a:r>
              <a:rPr lang="en-US" sz="2800" dirty="0"/>
              <a:t> padre.</a:t>
            </a:r>
          </a:p>
          <a:p>
            <a:pPr marL="571500" lvl="0" indent="-571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800" b="1" dirty="0"/>
              <a:t>Hojas</a:t>
            </a:r>
            <a:r>
              <a:rPr lang="en-US" sz="2800" dirty="0"/>
              <a:t>: Son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nodos</a:t>
            </a:r>
            <a:r>
              <a:rPr lang="en-US" sz="2800" dirty="0"/>
              <a:t> que no </a:t>
            </a:r>
            <a:r>
              <a:rPr lang="en-US" sz="2800" dirty="0" err="1"/>
              <a:t>tienen</a:t>
            </a:r>
            <a:r>
              <a:rPr lang="en-US" sz="2800" dirty="0"/>
              <a:t> </a:t>
            </a:r>
            <a:r>
              <a:rPr lang="en-US" sz="2800" dirty="0" err="1"/>
              <a:t>hijos</a:t>
            </a:r>
            <a:r>
              <a:rPr lang="en-US" sz="2800" dirty="0"/>
              <a:t>.</a:t>
            </a:r>
          </a:p>
          <a:p>
            <a:pPr marL="571500" lvl="0" indent="-571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800" b="1" dirty="0"/>
              <a:t>Grado del árbol</a:t>
            </a:r>
            <a:r>
              <a:rPr lang="en-US" sz="2800" dirty="0"/>
              <a:t>: Es </a:t>
            </a:r>
            <a:r>
              <a:rPr lang="en-US" sz="2800" dirty="0" err="1"/>
              <a:t>el</a:t>
            </a:r>
            <a:r>
              <a:rPr lang="en-US" sz="2800" dirty="0"/>
              <a:t> </a:t>
            </a:r>
            <a:r>
              <a:rPr lang="en-US" sz="2800" dirty="0" err="1"/>
              <a:t>número</a:t>
            </a:r>
            <a:r>
              <a:rPr lang="en-US" sz="2800" dirty="0"/>
              <a:t> </a:t>
            </a:r>
            <a:r>
              <a:rPr lang="en-US" sz="2800" dirty="0" err="1"/>
              <a:t>máximo</a:t>
            </a:r>
            <a:r>
              <a:rPr lang="en-US" sz="2800" dirty="0"/>
              <a:t> de </a:t>
            </a:r>
            <a:r>
              <a:rPr lang="en-US" sz="2800" dirty="0" err="1"/>
              <a:t>hijos</a:t>
            </a:r>
            <a:r>
              <a:rPr lang="en-US" sz="2800" dirty="0"/>
              <a:t> que </a:t>
            </a:r>
            <a:r>
              <a:rPr lang="en-US" sz="2800" dirty="0" err="1"/>
              <a:t>puede</a:t>
            </a:r>
            <a:r>
              <a:rPr lang="en-US" sz="2800" dirty="0"/>
              <a:t> </a:t>
            </a:r>
            <a:r>
              <a:rPr lang="en-US" sz="2800" dirty="0" err="1"/>
              <a:t>tener</a:t>
            </a:r>
            <a:r>
              <a:rPr lang="en-US" sz="2800" dirty="0"/>
              <a:t> un </a:t>
            </a:r>
            <a:r>
              <a:rPr lang="en-US" sz="2800" dirty="0" err="1"/>
              <a:t>nodo</a:t>
            </a: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el</a:t>
            </a:r>
            <a:r>
              <a:rPr lang="en-US" sz="2800" dirty="0"/>
              <a:t> árbol.</a:t>
            </a:r>
            <a:endParaRPr lang="es-419" sz="2000" b="1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49990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2A01BDD4-9115-EC41-D572-2A3967B5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8B6E7900-45F9-AF87-97AB-BB7784A0D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320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Estructura de un Árbol N-ario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D51E9A2-2554-393E-1454-70702DA74026}"/>
              </a:ext>
            </a:extLst>
          </p:cNvPr>
          <p:cNvSpPr txBox="1"/>
          <p:nvPr/>
        </p:nvSpPr>
        <p:spPr>
          <a:xfrm>
            <a:off x="384520" y="986970"/>
            <a:ext cx="8374959" cy="3853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800" b="1" dirty="0"/>
              <a:t>En un árbol N-</a:t>
            </a:r>
            <a:r>
              <a:rPr lang="en-US" sz="2800" b="1" dirty="0" err="1"/>
              <a:t>ario</a:t>
            </a:r>
            <a:r>
              <a:rPr lang="en-US" sz="2800" b="1" dirty="0"/>
              <a:t>, </a:t>
            </a:r>
            <a:r>
              <a:rPr lang="en-US" sz="2800" b="1" dirty="0" err="1"/>
              <a:t>cada</a:t>
            </a:r>
            <a:r>
              <a:rPr lang="en-US" sz="2800" b="1" dirty="0"/>
              <a:t> </a:t>
            </a:r>
            <a:r>
              <a:rPr lang="en-US" sz="2800" b="1" dirty="0" err="1"/>
              <a:t>nodo</a:t>
            </a:r>
            <a:r>
              <a:rPr lang="en-US" sz="2800" b="1" dirty="0"/>
              <a:t> </a:t>
            </a:r>
            <a:r>
              <a:rPr lang="en-US" sz="2800" b="1" dirty="0" err="1"/>
              <a:t>contiene</a:t>
            </a:r>
            <a:r>
              <a:rPr lang="en-US" sz="2800" b="1" dirty="0"/>
              <a:t>:</a:t>
            </a:r>
          </a:p>
          <a:p>
            <a:pPr marL="571500" lvl="0" indent="-571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71500" lvl="0" indent="-571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800" b="1" dirty="0"/>
              <a:t>Un valor o </a:t>
            </a:r>
            <a:r>
              <a:rPr lang="en-US" sz="2800" b="1" dirty="0" err="1"/>
              <a:t>dato</a:t>
            </a:r>
            <a:r>
              <a:rPr lang="en-US" sz="2800" b="1" dirty="0"/>
              <a:t>.</a:t>
            </a:r>
          </a:p>
          <a:p>
            <a:pPr marL="571500" lvl="0" indent="-571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800" b="1" dirty="0"/>
              <a:t>Una </a:t>
            </a:r>
            <a:r>
              <a:rPr lang="en-US" sz="2800" b="1" dirty="0" err="1"/>
              <a:t>lista</a:t>
            </a:r>
            <a:r>
              <a:rPr lang="en-US" sz="2800" b="1" dirty="0"/>
              <a:t> de </a:t>
            </a:r>
            <a:r>
              <a:rPr lang="en-US" sz="2800" b="1" dirty="0" err="1"/>
              <a:t>hijos</a:t>
            </a:r>
            <a:r>
              <a:rPr lang="en-US" sz="2800" b="1" dirty="0"/>
              <a:t> (</a:t>
            </a:r>
            <a:r>
              <a:rPr lang="en-US" sz="2800" b="1" dirty="0" err="1"/>
              <a:t>cada</a:t>
            </a:r>
            <a:r>
              <a:rPr lang="en-US" sz="2800" b="1" dirty="0"/>
              <a:t> uno es </a:t>
            </a:r>
            <a:r>
              <a:rPr lang="en-US" sz="2800" b="1" dirty="0" err="1"/>
              <a:t>otro</a:t>
            </a:r>
            <a:r>
              <a:rPr lang="en-US" sz="2800" b="1" dirty="0"/>
              <a:t> </a:t>
            </a:r>
            <a:r>
              <a:rPr lang="en-US" sz="2800" b="1" dirty="0" err="1"/>
              <a:t>nodo</a:t>
            </a:r>
            <a:r>
              <a:rPr lang="en-US" sz="2800" b="1" dirty="0"/>
              <a:t> del </a:t>
            </a:r>
            <a:r>
              <a:rPr lang="en-US" sz="2800" b="1" dirty="0" err="1"/>
              <a:t>mismo</a:t>
            </a:r>
            <a:r>
              <a:rPr lang="en-US" sz="2800" b="1" dirty="0"/>
              <a:t> </a:t>
            </a:r>
            <a:r>
              <a:rPr lang="en-US" sz="2800" b="1" dirty="0" err="1"/>
              <a:t>tipo</a:t>
            </a:r>
            <a:r>
              <a:rPr lang="en-US" sz="2800" b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8694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implementación de un Árbol N-ario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67C4F0-F078-234E-28F9-115B1A9FD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03" y="1364706"/>
            <a:ext cx="3782033" cy="33901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DCDDC1-3B9A-6D04-1CED-C805198D869B}"/>
                  </a:ext>
                </a:extLst>
              </p14:cNvPr>
              <p14:cNvContentPartPr/>
              <p14:nvPr/>
            </p14:nvContentPartPr>
            <p14:xfrm>
              <a:off x="969480" y="1675800"/>
              <a:ext cx="5953680" cy="2620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DCDDC1-3B9A-6D04-1CED-C805198D86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0120" y="1666440"/>
                <a:ext cx="5972400" cy="263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9915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implementación de un Árbol N-ario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AD6DDC-9BC6-FB15-5AA1-FECBB329B5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642"/>
          <a:stretch/>
        </p:blipFill>
        <p:spPr>
          <a:xfrm>
            <a:off x="534134" y="1304015"/>
            <a:ext cx="3895585" cy="23831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F2CD25-8BD5-5DB0-CA5E-01C4B76274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670"/>
          <a:stretch/>
        </p:blipFill>
        <p:spPr>
          <a:xfrm>
            <a:off x="3244687" y="1304015"/>
            <a:ext cx="3895585" cy="2973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306328-DB6E-AE07-22EE-7EB8AA598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800" y="1517374"/>
            <a:ext cx="2489200" cy="17907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CFF56D9-9970-E86F-435A-93395482B2A0}"/>
                  </a:ext>
                </a:extLst>
              </p14:cNvPr>
              <p14:cNvContentPartPr/>
              <p14:nvPr/>
            </p14:nvContentPartPr>
            <p14:xfrm>
              <a:off x="3703320" y="223920"/>
              <a:ext cx="5146920" cy="2937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CFF56D9-9970-E86F-435A-93395482B2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93960" y="214560"/>
                <a:ext cx="5165640" cy="295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392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014A752-E463-A02C-586B-94ACD1AB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AF010AF-C3AD-C31F-F5D6-243C861BDE7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98783"/>
            <a:ext cx="8520600" cy="1645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Recorrer en posorden</a:t>
            </a:r>
            <a:endParaRPr sz="48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8F538E8-5C08-8EA0-C211-5B98511FBF34}"/>
              </a:ext>
            </a:extLst>
          </p:cNvPr>
          <p:cNvSpPr txBox="1"/>
          <p:nvPr/>
        </p:nvSpPr>
        <p:spPr>
          <a:xfrm>
            <a:off x="783625" y="1979876"/>
            <a:ext cx="7769400" cy="1979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recorrido posorden implica recorrer todos los hijos antes de procesar el nodo padre. Podemos añadir un método en la clase NodoNario para hacerlo</a:t>
            </a:r>
          </a:p>
        </p:txBody>
      </p:sp>
    </p:spTree>
    <p:extLst>
      <p:ext uri="{BB962C8B-B14F-4D97-AF65-F5344CB8AC3E}">
        <p14:creationId xmlns:p14="http://schemas.microsoft.com/office/powerpoint/2010/main" val="3625242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>
          <a:extLst>
            <a:ext uri="{FF2B5EF4-FFF2-40B4-BE49-F238E27FC236}">
              <a16:creationId xmlns:a16="http://schemas.microsoft.com/office/drawing/2014/main" id="{982BB790-A35E-40E6-30B3-25A09266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8653E77D-89F1-FC9E-607B-6F404504F0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32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Recorrer en posorden</a:t>
            </a:r>
            <a:endParaRPr lang="es-419"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66B83E-02D5-4C03-E667-62F2306DB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8" y="1495232"/>
            <a:ext cx="40767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0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C43770E-7CE2-5B79-9196-5D828CD4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3C7B210C-724A-511A-9D44-B9B731A4EE9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98783"/>
            <a:ext cx="8520600" cy="1645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Calcular la altura del árbol</a:t>
            </a:r>
            <a:endParaRPr sz="44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F00E443-8348-3A74-8B36-7070725AF02C}"/>
              </a:ext>
            </a:extLst>
          </p:cNvPr>
          <p:cNvSpPr txBox="1"/>
          <p:nvPr/>
        </p:nvSpPr>
        <p:spPr>
          <a:xfrm>
            <a:off x="783625" y="1979876"/>
            <a:ext cx="7769400" cy="1979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altura de un árbol N-ario es la longitud del camino más largo desde la raíz hasta una hoja.</a:t>
            </a:r>
          </a:p>
        </p:txBody>
      </p:sp>
    </p:spTree>
    <p:extLst>
      <p:ext uri="{BB962C8B-B14F-4D97-AF65-F5344CB8AC3E}">
        <p14:creationId xmlns:p14="http://schemas.microsoft.com/office/powerpoint/2010/main" val="282135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>
          <a:extLst>
            <a:ext uri="{FF2B5EF4-FFF2-40B4-BE49-F238E27FC236}">
              <a16:creationId xmlns:a16="http://schemas.microsoft.com/office/drawing/2014/main" id="{9025EC27-8D8D-9AF3-808E-6BE55AFD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360E9CDB-4A03-3A36-1B2C-52EDB8922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32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Recorrer en posorden</a:t>
            </a:r>
            <a:endParaRPr lang="es-419"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E6B34D-9B85-FA1E-0861-FF5E47BBA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55" y="1407326"/>
            <a:ext cx="62103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9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032C9FD1-B480-7FEE-4C7D-50D84ABF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969A6B8-1B38-B426-393B-3A56A646268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98783"/>
            <a:ext cx="8520600" cy="1645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Buscar un valor en el árbol</a:t>
            </a:r>
            <a:endParaRPr sz="44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F062A6CF-36A3-6725-9733-90E6E4A8C8D3}"/>
              </a:ext>
            </a:extLst>
          </p:cNvPr>
          <p:cNvSpPr txBox="1"/>
          <p:nvPr/>
        </p:nvSpPr>
        <p:spPr>
          <a:xfrm>
            <a:off x="783625" y="1979876"/>
            <a:ext cx="7769400" cy="1979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Podemos buscar un valor específico en el árbol con una búsqueda recursiva</a:t>
            </a:r>
          </a:p>
        </p:txBody>
      </p:sp>
    </p:spTree>
    <p:extLst>
      <p:ext uri="{BB962C8B-B14F-4D97-AF65-F5344CB8AC3E}">
        <p14:creationId xmlns:p14="http://schemas.microsoft.com/office/powerpoint/2010/main" val="1851869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>
          <a:extLst>
            <a:ext uri="{FF2B5EF4-FFF2-40B4-BE49-F238E27FC236}">
              <a16:creationId xmlns:a16="http://schemas.microsoft.com/office/drawing/2014/main" id="{EBF46AE9-E6D8-0639-C91F-8C6B98AD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1009C9B0-0495-E2EF-14F9-894C5F4CE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32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Recorrer en posorden</a:t>
            </a:r>
            <a:endParaRPr lang="es-419"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06E156-12CF-B571-2F06-75736EF73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61" y="1410638"/>
            <a:ext cx="4810778" cy="328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22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225</Words>
  <Application>Microsoft Macintosh PowerPoint</Application>
  <PresentationFormat>On-screen Show (16:9)</PresentationFormat>
  <Paragraphs>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Montserrat Medium</vt:lpstr>
      <vt:lpstr>Montserrat ExtraBold</vt:lpstr>
      <vt:lpstr>Montserrat</vt:lpstr>
      <vt:lpstr>Simple Light</vt:lpstr>
      <vt:lpstr>Árboles N-arios</vt:lpstr>
      <vt:lpstr>Interfaces</vt:lpstr>
      <vt:lpstr>Conceptos clave</vt:lpstr>
      <vt:lpstr>Estructura de un Árbol N-ario</vt:lpstr>
      <vt:lpstr>implementación de un Árbol N-ario</vt:lpstr>
      <vt:lpstr>implementación de un Árbol N-ario</vt:lpstr>
      <vt:lpstr>Recorrer en posorden</vt:lpstr>
      <vt:lpstr>Recorrer en posorden</vt:lpstr>
      <vt:lpstr>Calcular la altura del árbol</vt:lpstr>
      <vt:lpstr>Recorrer en posorden</vt:lpstr>
      <vt:lpstr>Buscar un valor en el árbol</vt:lpstr>
      <vt:lpstr>Recorrer en posorden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control de Flujo: Iteradores</dc:title>
  <cp:lastModifiedBy>Facundo Uferer</cp:lastModifiedBy>
  <cp:revision>27</cp:revision>
  <dcterms:modified xsi:type="dcterms:W3CDTF">2024-10-15T15:19:01Z</dcterms:modified>
</cp:coreProperties>
</file>