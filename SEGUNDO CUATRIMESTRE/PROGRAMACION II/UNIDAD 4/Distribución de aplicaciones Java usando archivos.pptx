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347" r:id="rId4"/>
    <p:sldId id="356" r:id="rId5"/>
    <p:sldId id="284" r:id="rId6"/>
    <p:sldId id="357" r:id="rId7"/>
    <p:sldId id="358" r:id="rId8"/>
    <p:sldId id="362" r:id="rId9"/>
    <p:sldId id="359" r:id="rId10"/>
    <p:sldId id="360" r:id="rId11"/>
    <p:sldId id="361" r:id="rId12"/>
  </p:sldIdLst>
  <p:sldSz cx="9144000" cy="5143500" type="screen16x9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Montserrat ExtraBold" pitchFamily="2" charset="77"/>
      <p:bold r:id="rId18"/>
      <p:italic r:id="rId19"/>
      <p:boldItalic r:id="rId20"/>
    </p:embeddedFont>
    <p:embeddedFont>
      <p:font typeface="Montserrat Medium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6"/>
    <p:restoredTop sz="94724"/>
  </p:normalViewPr>
  <p:slideViewPr>
    <p:cSldViewPr snapToGrid="0">
      <p:cViewPr varScale="1">
        <p:scale>
          <a:sx n="176" d="100"/>
          <a:sy n="176" d="100"/>
        </p:scale>
        <p:origin x="93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B6C9D7A-A0EA-1321-D36A-464E5B18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>
            <a:extLst>
              <a:ext uri="{FF2B5EF4-FFF2-40B4-BE49-F238E27FC236}">
                <a16:creationId xmlns:a16="http://schemas.microsoft.com/office/drawing/2014/main" id="{5AF5D157-3E33-54D2-38ED-C49C5EB9E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>
            <a:extLst>
              <a:ext uri="{FF2B5EF4-FFF2-40B4-BE49-F238E27FC236}">
                <a16:creationId xmlns:a16="http://schemas.microsoft.com/office/drawing/2014/main" id="{4C19E479-6390-3F2B-D684-8FF385178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130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83EEDC5-DD6F-443D-46CB-D4991E8A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649E11BF-260F-E1CA-1105-ED0D5BDDF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6C4D8BD3-8F69-BCC9-7524-EE2B58575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1191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072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B975A39-8147-95A0-27AB-6120D4F7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9026EFEF-EA4F-E559-9B7F-7FFF1E9F4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CF7FA52B-CBE0-A78D-8E17-B4F6C472D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9171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A9DFEBB-199D-394A-EAE8-3DAE9841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5B5A6AEA-8C16-1069-E013-73286975F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EE333B5C-1AB9-4EB2-19CC-3FE17BE63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239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654FC28-3D02-18A8-4EB4-D0AD339F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DAB925A7-2344-E73B-AC3C-490FE224D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8349E2A6-DD29-EC26-E3E9-3963F4DA1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3143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80C168C-CA76-C991-8C07-1290A095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685B1AF2-B755-0B36-716B-27F7ACA36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85E3AE78-0790-4EE6-74E5-E1F29186F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4864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2217200-C6B8-CA08-E671-2A85145D7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97E79815-5ADB-CB87-2D3D-CA707ED2C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2F296B39-5523-7C80-8F39-E7B13CB82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5548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47505DF-B3A3-6791-D88D-8E840150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8370D154-8B9D-FC51-F3F2-143A897C2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750CCC00-FAE1-45F3-0D66-38FA2AF85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942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2598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Distribución de aplicaciones Java usando archivos JAR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3325" y="113350"/>
            <a:ext cx="8520600" cy="4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II</a:t>
            </a:r>
            <a:endParaRPr sz="17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98783"/>
            <a:ext cx="8520600" cy="164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¿Qué es un archivo JAR?</a:t>
            </a:r>
          </a:p>
        </p:txBody>
      </p:sp>
      <p:sp>
        <p:nvSpPr>
          <p:cNvPr id="61" name="Google Shape;61;p14"/>
          <p:cNvSpPr txBox="1"/>
          <p:nvPr/>
        </p:nvSpPr>
        <p:spPr>
          <a:xfrm>
            <a:off x="783625" y="1979876"/>
            <a:ext cx="7769400" cy="1979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archivo JAR (Java ARchive) es un archivo comprimido que agrupa todos los archivos .class (código compilado), bibliotecas, recursos (como imágenes o archivos de texto) y archivos de configuración de una aplicación Java.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ventaja de usar un archivo JAR es que permite distribuir la aplicación como un solo archivo.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419"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014A752-E463-A02C-586B-94ACD1AB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AF010AF-C3AD-C31F-F5D6-243C861BDE7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982555"/>
            <a:ext cx="8520600" cy="164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Ejemplo paso a paso</a:t>
            </a:r>
          </a:p>
        </p:txBody>
      </p:sp>
    </p:spTree>
    <p:extLst>
      <p:ext uri="{BB962C8B-B14F-4D97-AF65-F5344CB8AC3E}">
        <p14:creationId xmlns:p14="http://schemas.microsoft.com/office/powerpoint/2010/main" val="362524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8467A265-8DEF-D756-AA86-C949670B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88ACFD25-F600-7D38-EC75-4A43781ED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Configurar la salida del archivo JAR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9EB133D9-391B-320F-CA12-543196DEA839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 a File &gt; Project Structure.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45736-8215-EEAC-4374-4FF1736A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653" y="1152293"/>
            <a:ext cx="3735742" cy="36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65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Compilar el proyecto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Asegúrate de que tu proyecto se compila correctamente. Puedes hacer esto desde Build &gt; Build Project en la barra de menús.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D398B2-ADCF-078D-93EA-191B69505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15"/>
          <a:stretch/>
        </p:blipFill>
        <p:spPr>
          <a:xfrm>
            <a:off x="2304586" y="1060444"/>
            <a:ext cx="6523540" cy="376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90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98B11D2E-A596-04CC-4F65-F9D254DB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3349BF13-DF7A-0D1D-8ECD-76E7A720A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Configurar la salida del archivo JAR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EF4488FF-D2FB-7FE4-DB3E-497868D2EB01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Haz clic en el botón + en la parte superior y selecciona JAR &gt; From modules with dependencies.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0768A6-B1B8-6470-F1A4-FEEEAFC9F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515" y="986969"/>
            <a:ext cx="6812963" cy="38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7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14B8DEAD-14CF-4967-00C9-F7171663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7CE89817-5390-9C68-7C70-D9F62C7B1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Configurar la salida del archivo JAR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CDD4DCCF-D6D5-F18F-E0DF-57356E7C6BB0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Selecciona el módulo principal de tu proyecto (en este caso, debería ser PruebaCompilacion).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E52C3-E2C8-1EE7-529D-91BCB642F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29" y="1164905"/>
            <a:ext cx="5051650" cy="353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5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35673A5B-5A38-4556-8F34-FA2EC8F0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D92E069C-1BA7-2F34-9987-3BBCB44F5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Configurar la salida del archivo JAR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A65FFB5C-4218-64FD-0371-24F50364A5E7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Asegúrate de marcar la casilla para "Include in project build".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el campo de Main Class, selecciona la clase que contiene el método main (en tu caso, Main).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Haz clic en OK para cerrar la configuración.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F6257-A78D-8BB9-0375-FAA72DEEC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056" y="1211289"/>
            <a:ext cx="6376423" cy="272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8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9120D902-4765-9564-EF58-B11557E6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40D5D804-2227-53F8-1D85-AFC31008E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Configurar la salida del archivo JAR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1C97320C-14CA-7FF4-9318-01F62720ADB0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Asegúrate de marcar la casilla para "Include in project build".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el campo de Main Class, selecciona la clase que contiene el método main (en tu caso, Main).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Haz clic en OK para cerrar la configuración.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694BF-78CD-5228-74E1-F32C60280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834" y="955997"/>
            <a:ext cx="6382291" cy="388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4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637005AC-2FCC-E70E-3BE9-2A248299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C6559617-BAE8-F319-E348-1D8EBDE97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Construir el archivo JAR</a:t>
            </a:r>
            <a:b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s-ES" sz="320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AA7B6F88-C016-6C65-D4A8-4E72B269861B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Una vez configurado, ve a Build &gt; Build Artifacts.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el submenú, selecciona el JAR que acabas de crear y elige Build.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C6AC8-522B-E137-034D-90FD34ACD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327" y="995904"/>
            <a:ext cx="5534798" cy="383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6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61713C61-8F74-D940-EC6A-DC74071B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5138722D-2124-1425-A198-42B0DAAEF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Ejecutar el archivo JAR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930B4DB-926A-F009-5CED-CE1898BAF542}"/>
              </a:ext>
            </a:extLst>
          </p:cNvPr>
          <p:cNvSpPr txBox="1"/>
          <p:nvPr/>
        </p:nvSpPr>
        <p:spPr>
          <a:xfrm>
            <a:off x="384521" y="986970"/>
            <a:ext cx="1632965" cy="37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0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ejecutar tu archivo JAR, abre una terminal y navega hasta la carpeta donde se encuentra el archivo JAR.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EC009-9895-95C6-98E7-8BEFB1834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425" y="1129391"/>
            <a:ext cx="5399123" cy="3514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E0006D-0D53-2ECB-999B-3E089581D1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146" b="1760"/>
          <a:stretch/>
        </p:blipFill>
        <p:spPr>
          <a:xfrm>
            <a:off x="384521" y="3211087"/>
            <a:ext cx="2522230" cy="32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1084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320</Words>
  <Application>Microsoft Macintosh PowerPoint</Application>
  <PresentationFormat>On-screen Show (16:9)</PresentationFormat>
  <Paragraphs>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 Medium</vt:lpstr>
      <vt:lpstr>Montserrat ExtraBold</vt:lpstr>
      <vt:lpstr>Montserrat</vt:lpstr>
      <vt:lpstr>Arial</vt:lpstr>
      <vt:lpstr>Simple Light</vt:lpstr>
      <vt:lpstr>Distribución de aplicaciones Java usando archivos JAR</vt:lpstr>
      <vt:lpstr>¿Qué es un archivo JAR?</vt:lpstr>
      <vt:lpstr>Ejemplo paso a paso</vt:lpstr>
      <vt:lpstr>Configurar la salida del archivo JAR</vt:lpstr>
      <vt:lpstr>Compilar el proyecto</vt:lpstr>
      <vt:lpstr>Configurar la salida del archivo JAR</vt:lpstr>
      <vt:lpstr>Configurar la salida del archivo JAR</vt:lpstr>
      <vt:lpstr>Configurar la salida del archivo JAR</vt:lpstr>
      <vt:lpstr>Configurar la salida del archivo JAR</vt:lpstr>
      <vt:lpstr>Construir el archivo JAR </vt:lpstr>
      <vt:lpstr>Ejecutar el archivo JAR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control de Flujo: Iteradores</dc:title>
  <cp:lastModifiedBy>Facundo Uferer</cp:lastModifiedBy>
  <cp:revision>30</cp:revision>
  <dcterms:modified xsi:type="dcterms:W3CDTF">2024-11-07T13:57:44Z</dcterms:modified>
</cp:coreProperties>
</file>