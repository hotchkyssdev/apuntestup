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348" r:id="rId4"/>
    <p:sldId id="322" r:id="rId5"/>
    <p:sldId id="349" r:id="rId6"/>
    <p:sldId id="350" r:id="rId7"/>
    <p:sldId id="351" r:id="rId8"/>
    <p:sldId id="352" r:id="rId9"/>
    <p:sldId id="353" r:id="rId10"/>
    <p:sldId id="354" r:id="rId11"/>
    <p:sldId id="355" r:id="rId12"/>
    <p:sldId id="356" r:id="rId13"/>
  </p:sldIdLst>
  <p:sldSz cx="9144000" cy="5143500" type="screen16x9"/>
  <p:notesSz cx="6858000" cy="9144000"/>
  <p:embeddedFontLst>
    <p:embeddedFont>
      <p:font typeface="Montserrat" pitchFamily="2" charset="77"/>
      <p:regular r:id="rId15"/>
      <p:bold r:id="rId16"/>
      <p:italic r:id="rId17"/>
      <p:boldItalic r:id="rId18"/>
    </p:embeddedFont>
    <p:embeddedFont>
      <p:font typeface="Montserrat ExtraBold" pitchFamily="2" charset="77"/>
      <p:bold r:id="rId19"/>
      <p:italic r:id="rId20"/>
      <p:boldItalic r:id="rId21"/>
    </p:embeddedFont>
    <p:embeddedFont>
      <p:font typeface="Montserrat Medium" pitchFamily="2" charset="77"/>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22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56"/>
    <p:restoredTop sz="94694"/>
  </p:normalViewPr>
  <p:slideViewPr>
    <p:cSldViewPr snapToGrid="0">
      <p:cViewPr varScale="1">
        <p:scale>
          <a:sx n="161" d="100"/>
          <a:sy n="161" d="100"/>
        </p:scale>
        <p:origin x="1400"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7T13:33:47.920"/>
    </inkml:context>
    <inkml:brush xml:id="br0">
      <inkml:brushProperty name="width" value="0.05292" units="cm"/>
      <inkml:brushProperty name="height" value="0.05292" units="cm"/>
      <inkml:brushProperty name="color" value="#FF0000"/>
    </inkml:brush>
  </inkml:definitions>
  <inkml:trace contextRef="#ctx0" brushRef="#br0">4802 7955 24575,'7'-2'0,"-2"1"0,5 1 0,-5 0 0,6 0 0,-6 0 0,4 0 0,-4 0 0,2-2 0,1 2 0,0-2 0,8 2 0,-2 0 0,6 0 0,5 0 0,-5 0 0,7 3 0,-16-3 0,6 3 0,-6-3 0,1 0 0,0 0 0,-3 0 0,6 0 0,3 0 0,-3 0 0,11 0 0,-9 0 0,4 0 0,-4 0 0,-7 0 0,3 0 0,-7 0 0,16 0 0,-8 0 0,20 0 0,-11 0 0,8 0 0,-3 0 0,-13 0 0,18 0 0,-21 0 0,17 0 0,-9 0 0,5 0 0,1 0 0,-9 0 0,2 0 0,12 0 0,-12 0 0,8 2 0,1-1 0,-10 0 0,9 1 0,1-1 0,-3 1 0,3-1 0,0-1 0,7 2 0,-12-2 0,1 0 0,12 0 0,0 0 0,7 0 0,-22 0 0,2 0 0,1 1 0,1 1 0,7-2 0,1 1 0,-9 0 0,-1 1 0,1-2 0,0 0 0,15 0 0,1 0 0,0 0 0,-12 0 0,-2 0 0,-4 0 0,1 0 0,1 0 0,4 2 0,5-2 0,-4 2 0,1-2 0,8 0 0,-16 0 0,1 0 0,19-3 0,-16 2 0,-3 0 0,-1-1 0,8 0 0,8 2 0,-3-2 0,-19 2 0,3 0 0,-2 0 0,0 0 0,5 0 0,6 0 0,-16 0 0,13 0 0,-3 0 0,4-2 0,11 1 0,-15-1 0,2 2 0,-1 0 0,-2 0 0,3 0 0,5 0 0,-13 0 0,6 0 0,1 0 0,6 0 0,8 0 0,-4 0 0,-1-2 0,-5 2 0,2-2 0,-12 2 0,0 0 0,0 0 0,4 0 0,-5-2 0,13-3 0,0 1 0,-2 0 0,-3 4 0,-6-3 0,2 2 0,5-2 0,11 3 0,-14 0 0,4 0 0,-1-2 0,4-1 0,-2 0 0,0 0 0,6-3 0,3 2 0,-10 2 0,-6 2 0,9 0 0,-7-2 0,7 2 0,-8-2 0,-7 2 0,-4 0 0,-4 0 0,-2 0 0,13 0 0,-7 0 0,18 0 0,-10 0 0,10-3 0,-5 2 0,8-1 0,-16 2 0,18 0 0,-24 0 0,13 0 0,10 0 0,-8 0 0,-1 0 0,1 0 0,-3 0 0,3 0 0,-13 0 0,1 0 0,10 1 0,4 2 0,6-1 0,4 0 0,0-2 0,-8 2 0,-6-2 0,1 1 0,10 3 0,0-4 0,1 2 0,-19 0 0,8-2 0,18 6 0,-17-4 0,3 0 0,13 1 0,2 1-698,-13-2 1,0 0 697,6 0 0,-3-1 0,6-1 0,-13 0 0,1 0 0,-2 1 0,1 1 0,3-2 0,-1 0 0,-2 2 0,-1-1 0,18-1 0,-15 0 0,-4 0 0,-4 0 0,-1 0 1395,-1 0-1395,3 0 0,-8 0 0,4 0 0,-1 0 0,7 0 0,13 0 0,-1 0 0,2 0 0,-16 0 0,9 0 0,3 0 0,7 0 0,-1 0 0,-8 0 0,1 0 0,-10 0 0,8 0 0,-14 0 0,11 0 0,-14 0 0,6 0 0,-2 0 0,-6 0 0,24 0 0,-10 0 0,4 2 0,0-2 0,-18 1 0,8-1 0,6 2 0,-8-1 0,7 0 0,0 0 0,-4-1 0,16 0 0,-11 0 0,-2 0 0,10 0 0,-16 0 0,0 0 0,-8 0 0,0 0 0,0 0 0,8 0 0,-7 0 0,6 0 0,-8 0 0,-2-2 0,6 2 0,11-4 0,0 4 0,14-4 0,-17 3 0,5-1 0,-6 2 0,7-3 0,1 2 0,-3-2 0,0 0 0,1 2 0,-1-1 0,-1 0 0,-7 2 0,15-2 0,-5 2 0,-8-2 0,10 2 0,-22-2 0,7 2 0,-8-2 0,6 1 0,-3 0 0,7 0 0,9-2 0,-10 2 0,10-1 0,1 2 0,8 0 0,10 0 0,-10 0 0,-3 0 0,-15 0 0,8 0 0,-9 0 0,15 0 0,-12 0 0,23 0 0,-22 0 0,4 0 0,2 0 0,10 0 0,-8 0 0,-1 0 0,13 1 0,-7 0 0,-9 0 0,4-1 0,12 0 0,-10 0 0,0 0 0,9 0 0,-12 0 0,1 0 0,2 0 0,-1 0 0,17 0 0,-3 0 0,-1 0 0,-10 0 0,4 0 0,0 0 0,-3 0 0,-7 0 0,1 0 0,16 0 0,-2 0 0,-13 0 0,0 0 0,13 0 0,-8 0 0,4 0 0,0 0 0,-10 0 0,1 0 0,-3 0 0,0 0 0,20 0 0,-5 0 0,-7 0 0,5 0 0,2 0 0,-16 1 0,1 1 0,0 0 0,-1 0-436,21 2 436,-6 3 0,-8-6 0,1 2 0,-1 1 0,1 2 0,0-2 0,1 0 0,-1 0 0,0 1 0,0 1 0,8 0 0,-2-1-491,-12-2 1,-2-2 490,2 1 0,1 0 0,5 0 0,-1-1 0,-5 1 0,0 0 0,7 0 0,-1 0 0,5 1 0,5 1 0,-18-4 0,8 4 0,-7-4 0,2 0 0,-1 0 0,0 0 0,-1 0 0,0 0 207,2 0 1,-3 0-208,-6 0 1002,19 0-1002,-19 0 0,15-2 0,-11 1 0,7-3 0,-1 4 0,-4-2 0,-3 2 0,-2-2 0,9-2 0,15 2 0,-5-3 0,1 5 0,-12-2 0,16 2 0,-9-2 0,2 1 0,1 1 0,2-2-680,-11 2 0,2 0 680,14 0 0,-13 0 0,2 0 0,1 0 0,0 0 0,0 0 0,-1 0-311,-3 0 0,-2 0 311,11-3 0,0 2-137,-10-2 137,7 3 0,-8 0 0,2 0 0,6 1 0,3 1-561,-4 0 0,3-1 0,-2 0 561,8 1 0,-2 0 0,-1 0 0,-1 0 0,-7-2 0,-2 0 0,-3 0 0,0 0 561,14 0-561,-6-2 128,-20 2-128,1-4 3113,12-2-3113,0 0 0,-3 1 0,2 0 0,12-2-374,-14 5 0,1 0 374,13-4 0,-7 5 0,2 1 0,1-1 0,2-1 0,-5 0 0,2 1 0,0 0 0,1 1 0,-1 0 0,0-1 0,8-1 0,-2 0 0,0 2 0,-2 0 0,-4 0 0,1 0 0,2 1 0,2-2 0,-8 0 0,1 0 0,-1 0 0,9 1 0,-2-1-917,-3-2 1,-1 0 916,-2 1 0,1-1 0,10-3 0,-1 0-627,-7 3 1,1 1 626,5-3 0,4 1 0,-5 1 0,-6 2 0,-2 1-513,1-1 0,3-1 1,-4 1 512,-2-1 0,-1 0 0,7 2 0,0-1 0,-9 0 0,0-1-33,15 0 1,4 0 32,-5 0 0,2 0 0,-10-1 0,2 0 0,-1 0 0,5-1 0,-2 1 0,-8 1 0,-2-1 1540,8-2-1540,-7 2 1248,-3-2-1248,-8 3 1815,-6 0-1815,-5 2 834,1 0-834,0-1 0,-1 0 0,-1 0 0,-1 1 0</inkml:trace>
  <inkml:trace contextRef="#ctx0" brushRef="#br0" timeOffset="8215">4811 8633 24575,'14'0'0,"-1"0"0,0 0 0,-5 0 0,4 0 0,13 3 0,-12-3 0,16 3 0,-11-3 0,-4-2 0,10 1 0,16-4 0,0 1 0,-11 2 0,1 0-477,-6-2 0,-1 1 477,19-1 0,-1-1 0,-5 2 0,-13 3 0,1 0 0,15 0 0,4-2 0,-12-1 0,-15 0 0,22-9 0,-13 5 0,-4 1 0,1 0 0,3 1 954,-8 3-954,-5 2 0,5-3 0,1 3 0,8-3 0,-5 1 0,1 1 0,13 0-476,-9-2 0,0-1 476,10 4-242,-4-2 0,3 0 242,-3 2 0,1 0 0,2-1 0,3 0 0,-2 0 0,5 0 0,-1 1 0,-11-3 0,0 0 0,-1 1 0,8 2 0,-2-1 0,-7-1 0,1 0 0,11 2 0,0 0 0,-9 0 0,-1 0 0,7 0 0,-2 0 0,5 0 0,-10 0 0,-11-2 0,2 1 928,5-2-928,6 3 508,-11 0-508,4 0 0,-11 0 0,5 0 0,23 0 0,-17 0 0,2 0 0,15 0 0,1 0 0,-10 0 0,-1 0 0,7 0 0,-2 0 0,2 0-478,-10 0 1,-1 0 477,7 0-203,1 0 0,3 0 203,-4 0 0,1 0 0,0 0 0,-1 0-485,-2 0 0,-2 0 485,6 0 0,-5 0 0,10 0 0,-13 0 0,9 0 0,-11 0 887,1 0-887,3 0 404,3 0-404,-6 0 1040,-3 0-1040,-1 0 0,-2 0 0,14 0 0,7 0 0,-7 0 0,-6 0 0,-1 0 0,-4 0 0,11 0 0,-11 0 0,-2 0 0,0 0 0,2 0 0,6 0 0,11 0 0,-5 0 0,3 0 0,-6 0 0,-10 2 0,-1-1 0,0 0 0,9 2 0,-13-3 0,11 0 0,-1 0 0,15 0 0,-16 0 0,7 0 0,-8 0 0,-1 0 0,3 0 0,-1 1 0,2-2 0,7 0 0,0-1-707,-7 2 1,-2-1 706,0 0 0,-2-1 0,11 2 0,-12-1 0,-1-1 0,11 2 0,0-2 0,-2 1 0,-6 1-84,2 0 0,-1 0 84,-11 0 0,23 0 0,-1 0 0,-14 0 0,2 0 0,7 0 0,-1 0 0,-9 0 0,0 0 0,3 0 0,-1 0 1401,7-2-1401,9 2 180,-7-2-180,-7 1 0,-1 2 0,3-1 0,-1 0 0,-1 0 0,2 0 0,8-4 0,4 0 0,-6 2 0,0-1 0,-7-2 0,1 0 0,-1 1-343,6 1 1,-4 0 342,7-5 0,-14 8 0,2-5 0,-8 5 0,7-5 0,-12 4 0,0-2 685,-4 2-685,3 0 0,-2 1 0,-3-2 0,-1 2 0,-1-2 0,-1 2 0,1 0 0,-2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3:36:08.28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4495 8061,'29'6,"0"-2,-15-3,-1 1,1-2,-5 2,20 1,-4-3,8 5,-2-5,-11 2,4-2,2 2,6-1,-5 1,8-2,-3 0,-10 1,0 0,16-1,3 2,-20-2,7 0,13 0,-17 0,3 0,8 0,1 0,-7-1,-2-1,15 1,-13-2,-10 3,6 0,6 0,-3 0,-3 0,-6 0,8 0,6 0,3 0,-12 0,-1 0,-1 0,13 0,-10 0,4 0,7 0,-13 0,6 0,12 3,-1-2,-10 1,0-1,3-1,6 0,-23 0,23 0,-11 0,4 0,-5 0,-13 0,8 0,-8 0,6 0,-8 0,3 0,-8 0,4 0,-3 0,1 0,2 0,-3 0,2 0,1-1,-3 0,4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3:36:14.364"/>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9072 8097,'34'0,"-9"0,-9 0,-8 0,12 0,-2 0,-4 0,7 0,-14 0,12 0,-9 0,6 0,-7 0,-1 0,4 0,-6 0,11 0,-7 0,11 0,-9 0,5-1,-5 0,0 0,-2 1,8 0,4-4,0 4,13-4,-15 3,16-1,-17 0,5 0,-4-1,0 2,-1-2,-4 2,-8 0,0 0,11 1,5 0,1-2,11 1,-4-1,6 2,-12 0,2 0,-5 1,0-2,3 0,-1 0,14 1,-7-2,-11 2,9 0,-7 0,7 0,-7 0,-5-2,5 2,2-2,3 2,-2 0,5 0,-14 0,8 0,-6 0,-2 0,5 0,11 0,4 0,-14 0,-1 0,11 0,-8 0,0 0,7 0,-5 0,-1 0,2 0,13 0,-12 0,-5 0,1 0,-2 0,0 0,11 0,1 0,-20 0,15 0,-2 0,16 0,-5 0,-6 0,-7 0,-1 0,12 0,-12-1,1 2,17 1,-20-1,2 2,-14-3,3 0,8 0,21 0,-17 0,2 0,0 0,0 0,0 0,-1 0,-4 0,-1 0,18 2,-8-2,-7 2,-10-2,5 0,5 0,-2 3,10-3,-14 3,1-3,-13 0,6 0,-3 0,6 2,-1-2,-4 2,0-2,12 0,3 0,5 0,-6 0,-6 0,-4 0,10 0,-6 0,5 0,-3 0,2 0,-4 0,6 0,-7 0,6 0,-7 0,5 0,-5 0,14 0,-11 0,16 0,-19 0,5-2,-12 2,-4-2,-2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3:36:21.265"/>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10523 7831,'-9'-25,"-1"1,-2-4,-4-6,9 24,-7-20,1 7,-7-10,3 5,-4 0,1-4,4 11,-2-1,0 2,0-1,-5-5,1 1,4 9,2 1,-6-10,-1 4,7 6,0 1,-1 0,-4-2,-9-8,15 14,-7-4,-3-2,-2 1,-2 0,-4-2,-2-1,-3 0,1 1,6 1,2 2,4 3,1 0,-2 0,-1-2,1 2,-6-2,-1 1,-1 0,-2 0,2 0,-1-1,0 1,-5 2,2 0,13 4,1 1,-4 0,-2 2,-2-1,0 0,3 1,0 0,-4 0,2 0,-8 0,-1-3,14 5,-15-2,17 3,0 0,-3 0,-2 0,1 1,-2 1,2-1,-4-1,0 1,-9 3,2-1,9-2,1-1,-13 4,-1 0,11-2,0-1,-1 1,-5 0,0 1,0 0,3 0,2 0,0 0,4-1,1 1,-1 0,-6 3,-2 0,2-1,5-1,0-1,-1 1,-10 2,-2 1,2 0,9-3,2 0,1 0,-8 2,1 0,7-1,1 0,-13 3,12-2,0 2,4-1,-1 2,-2 1,-2 0,3 0,3 1,0 0,-9 3,-1 1,11-5,-1 0,-13 7,-1 1,1-1,-1 0,4-2,-2 2,2-1,6-3,1 0,1-1,-11 4,3 0,9-2,1-1,1-3,0 1,-1 5,0 0,-9 1,-1-1,2 2,1 0,4-4,2 0,-2-2,2-1,1 5,-9-4,18-3,1-3,3-1,5-2,-2 2,2-24,1 11,4-29,2 6,4-1,-5 2,5 5,-4 11,1-4,3-7,-2 8,4-5,-3 8,0 6,-2 0,5-6,-6 8,8-10,-7 9,2-1,-10 29,-4 1,0 8,-2 3,4-13,-1 0,-2 9,1-1,-5 10,4-8,-2 10,8-22,-3 12,6-14,0-6,2-1,11-4,-5-3,16 2,-7-4,25 0,-19 0,1 0,1 0,13 0,2 0,-7 0,0 0,-3 0,0 0,8 0,0 0,-7 0,-2 0,15 0,-9 0,-11 0,6 0,-8 0,-4 0,-6 0,3 0,0 0,12 0,0 0,7 0,-14 0,-3 0,-4 0,-4 0,7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7T13:34:26.651"/>
    </inkml:context>
    <inkml:brush xml:id="br0">
      <inkml:brushProperty name="width" value="0.05292" units="cm"/>
      <inkml:brushProperty name="height" value="0.05292" units="cm"/>
      <inkml:brushProperty name="color" value="#FFC000"/>
    </inkml:brush>
  </inkml:definitions>
  <inkml:trace contextRef="#ctx0" brushRef="#br0">21535 3042 24575,'0'36'0,"0"1"0,2-7 0,0 1 0,0 7 0,-1 4 0,1-1-1093,1-6 1,1-2 0,-1 3 864,-1 2 0,1 2 0,-1 1 0,0-2-592,1-4 1,0 0 0,-1-1 0,0 2 464,0-2 0,-1 1 0,0 0 1,-1 1-1,2 0 355,-1 2 0,1-1 0,0 1 0,0 1 0,-1-1-110,1 3 0,0-1 1,0 1-1,0 0 1,0 1 109,1-5 0,-1 2 0,1-1 0,-1 1 0,1-2 0,-1-1 0,1 9 0,0-2 0,-1-1 0,1-1 0,0-1 0,0 0 0,0-2 0,0-7 0,-2-2 0,1-3 0,-1 10 0,2-7 1296,-2-17-1296,-1-6 3276,2-4-1772,1-2 1772,6-4-2840,4-4-436,12 1 0,5 1 0,0-2 0,3 0-448,-4 3 1,4 1 0,4 0 447,-5 1 0,4 0 0,2 1 0,1 0 0,-1 0 0,-4 0-820,2 0 1,-3 1 0,0 0 0,5 0 794,0 0 1,4 0-1,2 0 1,2 1 0,0-1-1,-3 1 1,-3 0-632,-1-1 1,-3 1-1,-1 0 1,0 0 0,0 1 318,1-1 0,1 0 0,-1 0 1,0 0-1,-2 0 337,2 0 0,-2 0 0,-1 0 0,-2 0-76,7 0 1,-1 0 75,-7-1 0,1 1 0,0 1 0,-1 0 0,0 0 0,1 0 0,7 0 0,0-1 0,-2 0 0,0 2 0,-2 0 371,1-1 0,-4-2-371,-5 1 2487,15 0-2487,-7-2 3276,-1-1-167,-11-2-2821,-12 3-288,-5-1 0,-2 2 0,2-2 0,0 0 0,2-1 0,2-4 0,-1-1 0,1-3 0,3-23 0,-8 9 0,-2-3 0,2-2 0,0-3 0,-1-2-1093,-2-5 1,-1-1 0,0 0 748,1 1 1,1 1 0,-2-1 343,-1 3 0,0-1 0,-1 2 0,2 4 0,0 0 0,-1 2-388,-1 1 1,-1 1 0,0-2 387,0-10 0,0-2 0,0 2 0,1 11 0,0 1 0,0-2 0,-1-7 0,-1-4 0,1-1 0,1 7 0,1-1 0,1 1 0,-2 4 0,0-3 0,0 0 0,0 5-138,2 0 1,-1 2 137,0-2 0,0-2 0,0 3 0,1 1 0,0 2 0,0-6 0,0 2 0,0-6 0,0 5 0,0-4 0,-2-3 0,1 7 0,-2 4 3276,2 16-2628,-2 7 796,0-1-1444,-9-1 376,-4 0-376,-7 2 0,7-1 0,-12 5 0,4-2 0,-2 0 0,-3 2 0,-3 0 0,-10-2-340,10 1 0,-6 1 0,2 1 340,3 0 0,1 0 0,-2 1-413,0 0 1,-3 0 0,0 1-1,1-1 413,-8 0 0,1 0 0,2 0 0,5 1 0,2 0 0,2-1 0,-4-2 0,4 0 0,6 0 0,2 0 0,1 0 0,0 0 0,-11 0 0,-3 0 0,-4 2 0,0 0-263,6-2 1,0 0 262,2 3 0,-2-1 0,2 1 0,-11-1 0,2 1 0,2 1 0,0 0 0,-3-2 0,2 0 0,17 0 0,3 0 453,-4-2 0,3 0-453,-3 0 1685,-14 0-1685,4 0 0,13 0 0,0 0 0,-4 0 0,8 0 0,11 0 604,-1 0-604,-1 0 0,-6 0 0,3 0 0,-7 0 0,11 0 0,-4 0 0,6 0 0,-7 0 0,7 0 0,-4 0 0,3 0 0,2 0 0,-5 0 0,-9 0 0,3 0 0,-4 0 0,12 0 0,1 0 0,4 0 0,-7 0 0,-5 0 0,2 0 0,-2 0 0,9 0 0,2 0 0,1 0 0,-2 0 0,1 0 0,-3 0 0,-1 0 0,2 0 0,-2 0 0,4 0 0,2 0 0,1 0 0</inkml:trace>
  <inkml:trace contextRef="#ctx0" brushRef="#br0" timeOffset="2416">23149 8375 8191,'-41'-8'0,"4"4"1638,-2 2 0,-5 1-1339,15 0 1,0 2-1,-1-1-299,0 0 0,-1 0 0,-1 0 0,-7 0 0,-3 0 0,3 0 0,-3-1 0,1 2 0,6 0 0,-1 2 0,1-1 1459,-3 2 1,3 1-1460,6 2 0,0 1 912,-1 5 1,2 0-913,-10 5 0,10-3 0,0 0 0,-6 10 1638,16-11 0,-1 0-681,-1 2 0,0 0-668,-10 5 0,-2 1-289,5-3 0,-1 1 0,0-1 0,-2 1 0,2 0 0,-4 6 0,0 1-391,9-6 1,-1 1 0,2-1 390,-2 4 0,1 1 0,-1 3 0,0 2 0,5-1 0,-2 2 0,1 0 0,1 2 0,1-1 0,-1 3-820,2-6 1,0 2 0,1 0 0,1-1 662,1 4 0,1-2 0,1-2 157,0 5 0,2-1 478,3-1 1,2 0-479,2-2 0,1 2 0,0-6 0,0 1 0,2 1-772,3 5 0,1 1 0,1 0 772,-1-5 0,1 0 0,0-1 0,2 2 0,0-1 0,1-2 304,4 1 0,0-1-304,0-2 0,0 2 0,1-2 0,2 4 0,2 0 921,3 1 0,2 3 1,-1-3-922,5 3 0,-1-2 0,-2-5 0,1-1 0,-3-5 0,1 0 0,-1-2 0,6-1 0,2 0 0,-3-1 0,1 2 0,2-2 0,1-3 0,1-2 0,-3 0 0,2 0 0,-1 0 0,2-2 0,-1-1 0,6-3 0,-10-1 0,2-1 0,2-3 0,2 0 0,4-1 0,0 1 0,-9-2 0,2 0 0,10 0 0,0 0 0,3 0 0,-13 0 0,4 0 0,-1 0 593,0-2 1,0 0-594,-4 1 0,2 0 0,0-2 0,4-1 0,1-1 0,-2-2 0,5-1 0,1-2 0,-7 1 0,3 0 0,1-1 0,-1-1-114,0-1 1,0 0 0,-1 0 0,1-1 113,-1 0 0,1 0 0,-1-1 0,0 1 0,-3 2 0,1 0 0,-2-1 0,-2 0 0,-1-4 0,-3-1 0,-1-1 0,9-7 0,-2-3 0,-9 5 0,1-1 0,-2 0 0,-1 1 0,-1 1 0,0-1-594,6-11 0,-1 0 594,-3 3 0,-1 1 0,-1-1 0,1-1-434,-2 0 0,3-2 0,-2 2 434,-3 5 0,-1 2 0,1-2 207,-1-1 1,1-1 0,0-1 0,-1 2-208,0-5 0,0 1 0,-2 0 0,3-7 0,-1-2 0,-6 8 0,-2-2 0,-1 4 0,-3 6 0,0 1 334,1-16 0,-2 2-334,-5 14 0,0 3 0,2-1 0,-1 1 1016,-8-5 0,-2 0-1016,-1 2 0,-2 0 0,-1 1 0,-2-2 0,1 2 0,-6-5 0,0 0 814,-5-3 0,2 3-814,-2-1 0,13 12 0,1 0 0,-4-2 1201,-9-13-1201,13 15 0,0 1 0,-7-7 0,7 5 0,2 1 0,1 4 0,-3-3 0,-15-10 0,10 10 0,0 2 0,-1 0 0,-6-4 0,-10 0 0,16 8 0,1-1 0,-1 1 0,-2 1 0,-14-4 0,17 8 0,-20 1 0,6-2 0,7 4 0,0 0 0,5 0 0,0 1-703,-20 1 703,20 0 0,-2 0-768,0 0 1,-1 0 767,-6 0 0,-2 0 0,6 0 0,-1 0 0,-14 0 0,0 0 0,15 0 0,1 0 0,-10 0 0,3 0 0,-1 0 0,13 0 0,9 0 0,9 0 0,1 0 0</inkml:trace>
  <inkml:trace contextRef="#ctx0" brushRef="#br0" timeOffset="4633">22500 5643 24575,'1'39'0,"-1"-1"0,1 1 0,0-1 0,-1 3 0,-1-3 0,1 2 0,-1-3 0,1 1 0,0 0 0,0 1-820,-2 1 1,-1 1 0,1-1 0,0 1 252,1-1 0,1 0 1,0 0-1,0 1 567,0-6 0,1 1 0,-1 0 0,1 0 0,0-1 0,0 4 0,0-1 0,0-1 0,1-3 0,2-2 0,1-3 0,-1 0 0,-2 14 0,0-1 0,2-2 0,-1 2 119,-1-8 1,0 2 0,-1-1-120,2-1 0,-1-1 0,1 0 0,0 4 0,0 0 0,-1-2 0,0 3 0,0-3 579,2-6 0,-1 1-579,-1 9 0,0 0 0,0-9 0,0 0 0,-1 4 0,0-1 0,-1 8 0,0-8 0,0-9 0,0 1 0,0 3 0,0 1 0,0 3 0,0-3 2813,0 3-2813,0-10 1214,0-17-1214,0 3 0,0-1 0,0 0 0,0 12 0,0-12 0,0 8 0,-18-42 0,6 5 0,-2 1 0,-1 1 0,5-2 0,-3 7 0,7 5 0,-4-8 0,-4-3 0,4 4 0,1 3 0,5 11 0,2-1 0,-2 4 0,1-3 0,-2 3 0,25 24 0,0-4-595,0 3 1,0 1 594,-4-9 0,-1 1 0,5 7 0,-1 0 0,5 4 0,-2-6 0,-2-2 0,-6-4 0,5-1 0,-14-9 1189,1-3-1189,0 1 0,0 1 0,0-1 0,1 1 0,-1-3 0,2-16 0,0-21 0,-3 11 0,1-2 0,-1 2 0,1 0 0,0 2 0,1 1 0,1-2 0,1 1 0,0 0 0,0 0 0,1-2 0,-1 1 0,3-12 0,-8 15 0,-1 3 0,-3 8 0,0 3 0,0 4 0</inkml:trace>
  <inkml:trace contextRef="#ctx0" brushRef="#br0" timeOffset="15900">12981 6414 24575,'21'-15'0,"1"0"0,5-4 0,2-3 0,-1-1 0,1-3 0,0 1-1093,-4 5 1,0 1 0,1-1 10,4-5 0,1 0 0,-1 2 1082,4-1 0,0 3 169,-11 6 0,1-1 0,2 1-169,5-2 0,2 0 0,1-1 0,-5 3 0,1 0 0,1-1 0,-1 2-620,8-2 1,-1 0 0,0 1 619,2-3 0,0 1 0,-3 0 0,-8 5 0,-2 0 0,2-1-507,9-5 0,1-1 0,1-2 507,-5 4 0,0-1 0,0-1 0,0 1 0,0 2 0,0 0 0,0 0 0,-1 0 0,-2 1 0,-2-1 0,1 0 0,-2 1 0,5-1 0,-1 1 0,-1 0 0,4-4 0,0 0 0,1 1 0,3-2 0,-1 1 0,-7 4 0,-1 1 0,2-1 0,-2 1 0,1-1 0,0 0 0,-1 1 0,-1 0 0,-1 2 0,1-2 0,0 0 0,3 0 0,-1-1 0,-2 2 0,1 1 0,-2 1 0,3-1 0,3-2 0,3-2 0,1 1 0,0 0 0,1 0 0,0 1 0,1-1 0,0 1-421,-4 0 0,1 0 0,1-1 0,-1 1 0,0 0 421,-2 1 0,0 0 0,0 0 0,-1 0 0,-1 1 0,3-3 0,-1 1 0,0 0 0,-2 1-31,3 0 1,-1 0-1,1 1 31,-5 2 0,0 0 0,1 0 0,-1 0 0,1 0 0,0-1 0,0 1 0,1 0 0,0 0 0,1 1 0,0 0 0,1-2 0,-1 0 0,2-2 0,-1 0 0,0 0 0,-3 2 0,4-1 0,-2 2 0,2-1 152,-1 0 1,2 0-1,2-1 1,0 2 0,-2 0-153,1 2 0,-1 0 0,0 2 0,2-1 0,-3 0 0,2-1 0,0 1 0,0-1 0,0 1 0,-1 1 0,0 0 0,0 1 0,-1-1 0,-1 0-322,2-1 1,-1 0 0,-1 0 0,0 0 321,-1 2 0,-1 1 0,1-1 0,0 1 0,0-3 0,-1 1 0,2-1 0,0 0 310,-1 3 0,1 0 1,0 0-1,1 0 1,0-1-311,3-1 0,0-1 0,0 0 0,1 1 0,1 0-191,-5 1 0,2 1 0,0 0 0,-1 0 0,1 0 0,-1 0 191,4-1 0,0 0 0,-1 0 0,0 1 0,-1 0 0,-4 1 0,-1 0 0,0 2 0,0-1 0,1 0 0,7 0 0,1 0 0,0 0 0,0 1 0,-4 0 0,-4 0 0,-3 1 0,1 1 0,3-1 0,2-1 0,4 0 0,2 0 0,0 1 0,-2-1 0,-5 0-373,-1 1 0,-3 0 0,-1-1 0,2 1 373,2-1 0,3 0 0,1 0 0,-2 0 0,-3 1 0,2-1 0,-4 2 0,3-1 347,-1-1 0,2 0 1,1 0-1,-2-1-347,-2 1 0,0 0 0,-1 0 0,2-1 0,5 0 0,1 0 0,0-1 0,-1 1 0,-6 1 0,-1-1 0,-1 1 0,0 0 0,9-2 0,0 1 0,-2-1 689,-2 2 1,-2 0 0,0-1-690,-6 1 0,0-1 0,-2 1 0,5-1 0,-4 0 0,7 1 2404,-22 0-2404,-3-1 3276,3 2-1438,-7-1 16,3 0-1854,-5 0 370,1 1-370,-2-2 0,-12 2 0,6-2 0,-14 2 0,3 0 0,-26 0 0,15 0 0,-1 0 0,-2 0 0,0 0-491,1 0 0,2 0 491,-16 0 0,19 0 0,0 0 0,-12 0 0,5 0 0,18 0 0,4 0 0,1 0 0,1 0 982,0 0-982,0 0 0,14 0 0,-2 0 0,32 0 0,0-3 0,-2 3 0,2 0 0,-2-2 0,1 1-747,-7 1 0,1 0 0,-2 0 747,1 0 0,-3 0 0,-2 0 0,-2 0 0,6 0 0,-12 0 0,-18 11 0,-18 2 0,-1-3 0,-3 0 0,-5 6 0,-4 1 0,3-1 0,7-6 0,0 0 0,-8 6 0,-3 2 0,7-4 0,7-4 0,-10 4 0,24-10 2241,-9 5-2241,9-5 0,-3 3 0,6-5 0,1-1 0</inkml:trace>
  <inkml:trace contextRef="#ctx0" brushRef="#br0" timeOffset="41165">17224 7573 24575,'33'-7'0,"-1"0"0,0 0 0,-1-2 0,1-1 0,1 0 0,1-1 0,0-2 0,1-1 0,1 0 0,0 0-820,2-1 1,0-1 0,1 0 0,2 1 272,-8 3 1,2 0 0,1 1 0,0-1 0,0 1 0,0 0 61,-2 1 0,0 1 1,0 0-1,1 0 1,0-1-1,2 0 485,2-1 0,2-1 0,2 0 0,-1 0 0,1 0 0,-2 0 0,-2 1-403,-1 0 1,-1 2 0,-1 0-1,0-1 1,-1 0 0,1 0 402,-1-1 0,1-1 0,-1-1 0,0 1 0,0-1 0,-3 1 0,7-2 0,-2 1 0,0-1 0,2-1-326,-5 1 0,2-1 1,0-1-1,1 0 0,0 0 1,-2 1 325,-1 0 0,0 0 0,-1 0 0,1 0 0,-1 0 0,0 0 0,6-3 0,0 1 0,0-1 0,-1 1 0,-1 0 0,3-1 0,0 0 0,-3 1 0,-3 2 0,4-2 0,-3 2 595,1 2 0,2-1-595,-9 3 0,1-2 0,1 1 0,2-1 0,1 0 0,2-2 2,-2 2 0,3-2 0,-1 0 1,-2 1-3,1-2 0,-3 1 0,1 1 0,4-1 0,-1 0 0,-4 2 1638,-12 3 0,-1 1-1333,10-1 1,3 0-306,-1 0 0,2 2 0,-6 2 0,1 2 0,2-1 143,11 0 0,3-1 0,-2 2-143,-9 1 0,-2 2 0,1 0 0,7-1 0,1 1 0,-2 0-105,3 0 0,1 2 105,-12-1 0,3 0 0,0 0 0,1 0 0,0-1 0,1 0 0,0 0 0,0-1 613,-3 1 1,0 0 0,0 0 0,1-1-614,2 0 0,1-2 0,-1 1 0,-3 0-761,4 0 1,-2 0 760,7-1 0,-2 1 0,-12 0 0,-1 2 1600,3 1 0,0-1-1600,12-2 873,1 1-873,-26 2 1357,-2-2-1357,-3 2 2161,4 0-2161,-4-1 0,-1 0 0,-49-4 0,24 2 0,-15-1 0,0 0 0,14-1 0,-7-1 0,-3-1 0,-4-4 0,2 4 0,-2 0 0,8 1 0,1 2 0,-1 0 0,0 0 0,-9 0 0,11 1 0,10 2 0,5 0 0,-3-2 0,0 1 0,0 0 0,-1-2 0,3 4 0,4-2 0,32 2 0,-4 0 0,-2 0 0,3 0 0,-4 2 0,0 0 0,6 0 0,2 0 0,7 2 0,1 0 0,-6 0 0,-2 0 0,-2-2 0,-1 0 0,6 1 0,-16-3 0,1 0 0,-14 0 0,-10 22 0,-1-7 0,-4 14 0,-15 0 0,-2-2 0,6-6 0,-1 0 0,1-3 0,2-1 0,-9 9 0,11-12 0,7-8 0,3-1 0,2-3 0,0 1 0,3-3 0</inkml:trace>
  <inkml:trace contextRef="#ctx0" brushRef="#br0" timeOffset="43798">13084 8125 24575,'10'0'0,"5"0"0,-5 0 0,4 0 0,-5-2 0,0 2 0,-3-2 0,-1 2 0,-1 0 0,-2 0 0,-1 0 0</inkml:trace>
  <inkml:trace contextRef="#ctx0" brushRef="#br0" timeOffset="52400">13176 8166 24575,'28'-9'0,"-1"0"0,1 0 0,4 0 0,0 2 0,2-2 0,1-2 0,1-2 0,2 0 0,-1 2-820,3 3 1,0 1 0,0 0 0,-1 0-1,-5 0 1,-1 0 0,0 1 0,1 0 61,5 1 1,3 2 0,-1 0 0,-2 1 397,5-2 0,-2 1 1,0 0 359,-2 2 0,0-1 0,1 0-84,2 0 0,1-1 0,-4 1 84,2 0 0,-3-1-427,-8 0 1,0 0 0,0 0 426,9 1 0,0-1 644,-5 2 1,1-1-1,2 1-644,2 1 0,2 0 0,2 0 0,-6 0 0,3 0 0,-1 0 0,-1 0-32,-4 0 1,-2 0-1,0 0 1,-1 0 31,10 0 0,-1 0 0,1 0 0,-8 0 0,1 0 0,0 0 0,1 0 163,1 0 0,1 0 0,0 0 0,1 0-163,-3 0 0,2 0 0,1 0 0,-1 0 0,-1 0 0,4 1 0,0 1 0,-2-1 0,0 0-329,5-1 1,-2 0 0,-1 1 328,-5 1 0,0 2 0,0-2 0,3 0 0,1 0 0,1 0-627,-3 0 1,0 0 0,1 1 0,0-1 626,-5 0 0,-1-1 0,0 0 0,3 0 0,2 1 0,3 0 0,0 0 0,0 0 0,-5-1-10,3-1 0,-3 1 0,2-1 10,-1 1 0,2 0 0,0 0 0,-2 0 180,-2 1 1,-1-1-1,0 1-180,-2-1 0,0 1 0,2 1 0,0 0 0,2 1 0,0 1 0,2 0 0,1-1-234,0 0 1,1-1 0,2 0 0,-1 0 0,-1 0 233,3 1 0,-2 1 0,0 0 0,0-1 0,-6-2 0,-1 0 0,2 0 0,-1-1 0,0 2 368,1-1 1,0 1 0,0 0 0,0 0 0,0 0-369,6 0 0,-1 0 0,1 1 0,0 0 0,-4 1 0,1 0 0,0 0 0,0 1 0,-2 0 0,4 1 0,0 0 0,-2 1 0,1 1 0,-6 0 0,0 0 0,0 0 0,-1 1 0,-1-1 0,9 4 0,-3-1 0,4 1 0,-7-1 0,4 1 0,0 0 0,-1 0 0,-4-2 0,1 0 0,-4 0 0,3 0 0,2 0 0,5 1 0,1 1 0,-1-2 0,-3 0 0,1 0 0,-3-1 0,1 0 1,-1-2 0,2 0 0,0 0 0,-3 0-1,0 3 0,-2-1 0,1 1 0,-3-2 0,0 0 0,1 0 0,0 1-125,1 2 0,0 1 0,0 0 0,2 0 125,-1-2 0,1 0 0,0 0 0,0 0 0,-1 1 0,2 2 0,-1 1 0,0-1 0,-1 0 0,-3-2 0,1-1 0,-2 0 0,-1 1 0,1 0 0,-1 1 0,-2-1 0,11 6 0,-1 0 1638,-4-3 0,1 1-1547,-5-2 0,1 0 0,-1 0-91,0 0 0,0-1 472,6 7 1,-1-2-473,3-2 0,-16-4 0,1-1 0,-2-1 0,1-1 3276,11 2-3131,-6 3 1,0-1-146,4 0 0,-7 0 0,-1 1 0,-2-2 2330,0 1-2330,-1-1 620,-5-5-620,0 1 1520,-12-19-1520,-4 2 0,-11-18 0,6 16 0,-19-15 0,19 18 0,-24-20 0,10 11 0,-6-3 0,3 4 0,12 10 0,-1-3 0,7 7 0,-5-5 0,2 3 0,-8-3 0,8 2 0,-5 0 0,10 2 0,-2-1 0,9 2 0,-1 1 0,7 2 0,18 8 0,-2 2 0,13 5 0,-8-1 0,-5-6 0,-2 1 0,-1-3 0,-10-2 0,2 0 0,-10-3 0,3 1 0,-4 1 0,1 1 0,-1 0 0,2 2 0,-1-2 0,1 0 0,-3-1 0,-1-1 0,-1 1 0,0-1 0,0 1 0,0 1 0,0 0 0,2 11 0,2-4 0,6 14 0,5-1 0,-4-7 0,0 4 0,-8-18 0,-34-1 0,0-4 0,-3-1 0,-2-2 0,-2 0 0,7 1 0,-2 0 0,2 1-1081,-5-1 0,1 1 1081,2-2 0,0 0 0,3 3 0,-1 2 0,1-2-47,-3-1 0,1 0 47,-6 2 0,3 0 0,2 0 0,12 0 0,19 0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E0C5CAE7-A994-EA67-8216-0E6535A2F2BD}"/>
            </a:ext>
          </a:extLst>
        </p:cNvPr>
        <p:cNvGrpSpPr/>
        <p:nvPr/>
      </p:nvGrpSpPr>
      <p:grpSpPr>
        <a:xfrm>
          <a:off x="0" y="0"/>
          <a:ext cx="0" cy="0"/>
          <a:chOff x="0" y="0"/>
          <a:chExt cx="0" cy="0"/>
        </a:xfrm>
      </p:grpSpPr>
      <p:sp>
        <p:nvSpPr>
          <p:cNvPr id="57" name="Google Shape;57;g1f4c32d58e4_0_98:notes">
            <a:extLst>
              <a:ext uri="{FF2B5EF4-FFF2-40B4-BE49-F238E27FC236}">
                <a16:creationId xmlns:a16="http://schemas.microsoft.com/office/drawing/2014/main" id="{CAFDB914-B7B2-1DFE-8323-3EC9944564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a:extLst>
              <a:ext uri="{FF2B5EF4-FFF2-40B4-BE49-F238E27FC236}">
                <a16:creationId xmlns:a16="http://schemas.microsoft.com/office/drawing/2014/main" id="{CA4906EC-6909-AC3D-52E3-82D3A4AF99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0251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7598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6712727-1A41-2A33-CE06-7BAD1944C6E0}"/>
            </a:ext>
          </a:extLst>
        </p:cNvPr>
        <p:cNvGrpSpPr/>
        <p:nvPr/>
      </p:nvGrpSpPr>
      <p:grpSpPr>
        <a:xfrm>
          <a:off x="0" y="0"/>
          <a:ext cx="0" cy="0"/>
          <a:chOff x="0" y="0"/>
          <a:chExt cx="0" cy="0"/>
        </a:xfrm>
      </p:grpSpPr>
      <p:sp>
        <p:nvSpPr>
          <p:cNvPr id="57" name="Google Shape;57;g1f4c32d58e4_0_98:notes">
            <a:extLst>
              <a:ext uri="{FF2B5EF4-FFF2-40B4-BE49-F238E27FC236}">
                <a16:creationId xmlns:a16="http://schemas.microsoft.com/office/drawing/2014/main" id="{ABCE126D-2761-65ED-69D5-56784B131F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a:extLst>
              <a:ext uri="{FF2B5EF4-FFF2-40B4-BE49-F238E27FC236}">
                <a16:creationId xmlns:a16="http://schemas.microsoft.com/office/drawing/2014/main" id="{465B8A4E-CA49-7935-32DD-E2496F9DFF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6353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114C8B6D-6DC6-B8BB-CBE8-1B1BDB2FD1D6}"/>
            </a:ext>
          </a:extLst>
        </p:cNvPr>
        <p:cNvGrpSpPr/>
        <p:nvPr/>
      </p:nvGrpSpPr>
      <p:grpSpPr>
        <a:xfrm>
          <a:off x="0" y="0"/>
          <a:ext cx="0" cy="0"/>
          <a:chOff x="0" y="0"/>
          <a:chExt cx="0" cy="0"/>
        </a:xfrm>
      </p:grpSpPr>
      <p:sp>
        <p:nvSpPr>
          <p:cNvPr id="70" name="Google Shape;70;g1f4c32d58e4_0_249:notes">
            <a:extLst>
              <a:ext uri="{FF2B5EF4-FFF2-40B4-BE49-F238E27FC236}">
                <a16:creationId xmlns:a16="http://schemas.microsoft.com/office/drawing/2014/main" id="{9E9EC5E0-580E-EC8C-2A83-B70ABF2B41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a:extLst>
              <a:ext uri="{FF2B5EF4-FFF2-40B4-BE49-F238E27FC236}">
                <a16:creationId xmlns:a16="http://schemas.microsoft.com/office/drawing/2014/main" id="{4D446FC0-2617-5F98-9E90-D6F5AD492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3225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3016047D-EDF6-3157-0FCD-EB45CDDD8CF1}"/>
            </a:ext>
          </a:extLst>
        </p:cNvPr>
        <p:cNvGrpSpPr/>
        <p:nvPr/>
      </p:nvGrpSpPr>
      <p:grpSpPr>
        <a:xfrm>
          <a:off x="0" y="0"/>
          <a:ext cx="0" cy="0"/>
          <a:chOff x="0" y="0"/>
          <a:chExt cx="0" cy="0"/>
        </a:xfrm>
      </p:grpSpPr>
      <p:sp>
        <p:nvSpPr>
          <p:cNvPr id="57" name="Google Shape;57;g1f4c32d58e4_0_98:notes">
            <a:extLst>
              <a:ext uri="{FF2B5EF4-FFF2-40B4-BE49-F238E27FC236}">
                <a16:creationId xmlns:a16="http://schemas.microsoft.com/office/drawing/2014/main" id="{4B2E19AE-6DFF-B337-2211-8A096F986C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a:extLst>
              <a:ext uri="{FF2B5EF4-FFF2-40B4-BE49-F238E27FC236}">
                <a16:creationId xmlns:a16="http://schemas.microsoft.com/office/drawing/2014/main" id="{91947C65-A791-6F4E-7FD9-780C1202E4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1557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171D9C8A-FA00-F149-01A8-3CB78151D6D2}"/>
            </a:ext>
          </a:extLst>
        </p:cNvPr>
        <p:cNvGrpSpPr/>
        <p:nvPr/>
      </p:nvGrpSpPr>
      <p:grpSpPr>
        <a:xfrm>
          <a:off x="0" y="0"/>
          <a:ext cx="0" cy="0"/>
          <a:chOff x="0" y="0"/>
          <a:chExt cx="0" cy="0"/>
        </a:xfrm>
      </p:grpSpPr>
      <p:sp>
        <p:nvSpPr>
          <p:cNvPr id="70" name="Google Shape;70;g1f4c32d58e4_0_249:notes">
            <a:extLst>
              <a:ext uri="{FF2B5EF4-FFF2-40B4-BE49-F238E27FC236}">
                <a16:creationId xmlns:a16="http://schemas.microsoft.com/office/drawing/2014/main" id="{0FF6CC92-ABE2-4433-8D6C-732957D3E5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a:extLst>
              <a:ext uri="{FF2B5EF4-FFF2-40B4-BE49-F238E27FC236}">
                <a16:creationId xmlns:a16="http://schemas.microsoft.com/office/drawing/2014/main" id="{64B71490-849C-86E9-F87D-18407E48F4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1563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91181D0-E778-78EE-732A-3F277FB92818}"/>
            </a:ext>
          </a:extLst>
        </p:cNvPr>
        <p:cNvGrpSpPr/>
        <p:nvPr/>
      </p:nvGrpSpPr>
      <p:grpSpPr>
        <a:xfrm>
          <a:off x="0" y="0"/>
          <a:ext cx="0" cy="0"/>
          <a:chOff x="0" y="0"/>
          <a:chExt cx="0" cy="0"/>
        </a:xfrm>
      </p:grpSpPr>
      <p:sp>
        <p:nvSpPr>
          <p:cNvPr id="57" name="Google Shape;57;g1f4c32d58e4_0_98:notes">
            <a:extLst>
              <a:ext uri="{FF2B5EF4-FFF2-40B4-BE49-F238E27FC236}">
                <a16:creationId xmlns:a16="http://schemas.microsoft.com/office/drawing/2014/main" id="{ACF9E0BE-05E2-DC5E-DD62-C486DE0E19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a:extLst>
              <a:ext uri="{FF2B5EF4-FFF2-40B4-BE49-F238E27FC236}">
                <a16:creationId xmlns:a16="http://schemas.microsoft.com/office/drawing/2014/main" id="{13C94673-5343-3B26-4176-96CD8E0F20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4005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A24D93CE-0777-C124-5D05-FD250478F1A5}"/>
            </a:ext>
          </a:extLst>
        </p:cNvPr>
        <p:cNvGrpSpPr/>
        <p:nvPr/>
      </p:nvGrpSpPr>
      <p:grpSpPr>
        <a:xfrm>
          <a:off x="0" y="0"/>
          <a:ext cx="0" cy="0"/>
          <a:chOff x="0" y="0"/>
          <a:chExt cx="0" cy="0"/>
        </a:xfrm>
      </p:grpSpPr>
      <p:sp>
        <p:nvSpPr>
          <p:cNvPr id="70" name="Google Shape;70;g1f4c32d58e4_0_249:notes">
            <a:extLst>
              <a:ext uri="{FF2B5EF4-FFF2-40B4-BE49-F238E27FC236}">
                <a16:creationId xmlns:a16="http://schemas.microsoft.com/office/drawing/2014/main" id="{A4716EE2-AE93-CA1D-C6A7-A861DB5AFE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a:extLst>
              <a:ext uri="{FF2B5EF4-FFF2-40B4-BE49-F238E27FC236}">
                <a16:creationId xmlns:a16="http://schemas.microsoft.com/office/drawing/2014/main" id="{1D6E5E37-3087-EC13-6A69-400EADF9A4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69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BAA3363A-3194-C80E-873A-B1F6973DB647}"/>
            </a:ext>
          </a:extLst>
        </p:cNvPr>
        <p:cNvGrpSpPr/>
        <p:nvPr/>
      </p:nvGrpSpPr>
      <p:grpSpPr>
        <a:xfrm>
          <a:off x="0" y="0"/>
          <a:ext cx="0" cy="0"/>
          <a:chOff x="0" y="0"/>
          <a:chExt cx="0" cy="0"/>
        </a:xfrm>
      </p:grpSpPr>
      <p:sp>
        <p:nvSpPr>
          <p:cNvPr id="57" name="Google Shape;57;g1f4c32d58e4_0_98:notes">
            <a:extLst>
              <a:ext uri="{FF2B5EF4-FFF2-40B4-BE49-F238E27FC236}">
                <a16:creationId xmlns:a16="http://schemas.microsoft.com/office/drawing/2014/main" id="{AD207EE8-40AC-AB1F-9338-97F75CB99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a:extLst>
              <a:ext uri="{FF2B5EF4-FFF2-40B4-BE49-F238E27FC236}">
                <a16:creationId xmlns:a16="http://schemas.microsoft.com/office/drawing/2014/main" id="{22E8AA7E-9AAB-AA33-4737-DAFAA1FBE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8018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6680490A-4E23-1DED-A482-FF42AB148220}"/>
            </a:ext>
          </a:extLst>
        </p:cNvPr>
        <p:cNvGrpSpPr/>
        <p:nvPr/>
      </p:nvGrpSpPr>
      <p:grpSpPr>
        <a:xfrm>
          <a:off x="0" y="0"/>
          <a:ext cx="0" cy="0"/>
          <a:chOff x="0" y="0"/>
          <a:chExt cx="0" cy="0"/>
        </a:xfrm>
      </p:grpSpPr>
      <p:sp>
        <p:nvSpPr>
          <p:cNvPr id="70" name="Google Shape;70;g1f4c32d58e4_0_249:notes">
            <a:extLst>
              <a:ext uri="{FF2B5EF4-FFF2-40B4-BE49-F238E27FC236}">
                <a16:creationId xmlns:a16="http://schemas.microsoft.com/office/drawing/2014/main" id="{AF29A623-85C7-FF11-E478-4E88CFF038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a:extLst>
              <a:ext uri="{FF2B5EF4-FFF2-40B4-BE49-F238E27FC236}">
                <a16:creationId xmlns:a16="http://schemas.microsoft.com/office/drawing/2014/main" id="{76413885-9892-23D4-071E-8FF709C138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720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customXml" Target="../ink/ink3.xml"/><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customXml" Target="../ink/ink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259882"/>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solidFill>
                  <a:srgbClr val="E122BB"/>
                </a:solidFill>
                <a:latin typeface="Montserrat ExtraBold"/>
                <a:ea typeface="Montserrat ExtraBold"/>
                <a:cs typeface="Montserrat ExtraBold"/>
                <a:sym typeface="Montserrat ExtraBold"/>
              </a:rPr>
              <a:t>Serialización</a:t>
            </a:r>
            <a:endParaRPr dirty="0">
              <a:solidFill>
                <a:srgbClr val="E122BB"/>
              </a:solidFill>
              <a:latin typeface="Montserrat ExtraBold"/>
              <a:ea typeface="Montserrat ExtraBold"/>
              <a:cs typeface="Montserrat ExtraBold"/>
              <a:sym typeface="Montserrat ExtraBold"/>
            </a:endParaRPr>
          </a:p>
        </p:txBody>
      </p:sp>
      <p:sp>
        <p:nvSpPr>
          <p:cNvPr id="55" name="Google Shape;55;p13"/>
          <p:cNvSpPr txBox="1">
            <a:spLocks noGrp="1"/>
          </p:cNvSpPr>
          <p:nvPr>
            <p:ph type="ctrTitle"/>
          </p:nvPr>
        </p:nvSpPr>
        <p:spPr>
          <a:xfrm>
            <a:off x="253325" y="113350"/>
            <a:ext cx="8520600" cy="41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1700" dirty="0">
                <a:solidFill>
                  <a:srgbClr val="E122BB"/>
                </a:solidFill>
                <a:latin typeface="Montserrat ExtraBold"/>
                <a:ea typeface="Montserrat ExtraBold"/>
                <a:cs typeface="Montserrat ExtraBold"/>
                <a:sym typeface="Montserrat ExtraBold"/>
              </a:rPr>
              <a:t>Programación II</a:t>
            </a:r>
            <a:endParaRPr sz="1700" dirty="0">
              <a:solidFill>
                <a:srgbClr val="E122BB"/>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198783"/>
            <a:ext cx="8520600" cy="16459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7000" dirty="0">
                <a:solidFill>
                  <a:srgbClr val="E122BB"/>
                </a:solidFill>
                <a:latin typeface="Montserrat ExtraBold"/>
                <a:ea typeface="Montserrat ExtraBold"/>
                <a:cs typeface="Montserrat ExtraBold"/>
                <a:sym typeface="Montserrat ExtraBold"/>
              </a:rPr>
              <a:t>Interfaces</a:t>
            </a:r>
            <a:endParaRPr sz="7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783625" y="1979876"/>
            <a:ext cx="7769400" cy="19798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000" dirty="0">
                <a:solidFill>
                  <a:schemeClr val="lt1"/>
                </a:solidFill>
                <a:latin typeface="Montserrat Medium"/>
                <a:ea typeface="Montserrat Medium"/>
                <a:cs typeface="Montserrat Medium"/>
                <a:sym typeface="Montserrat Medium"/>
              </a:rPr>
              <a:t>La serialización en Java es el proceso de convertir un objeto en una secuencia de bytes, de modo que pueda ser almacenado en un archivo o enviado a través de una red. La deserialización es el proceso inverso, donde esta secuencia de bytes se convierte nuevamente en un objeto. Este proceso permite que los objetos persistan fuera del entorno de ejecución de Java.</a:t>
            </a:r>
          </a:p>
          <a:p>
            <a:pPr marL="0" lvl="0" indent="0" algn="l" rtl="0">
              <a:lnSpc>
                <a:spcPct val="115000"/>
              </a:lnSpc>
              <a:spcBef>
                <a:spcPts val="0"/>
              </a:spcBef>
              <a:spcAft>
                <a:spcPts val="0"/>
              </a:spcAft>
              <a:buClr>
                <a:schemeClr val="dk1"/>
              </a:buClr>
              <a:buSzPts val="1100"/>
              <a:buFont typeface="Arial"/>
              <a:buNone/>
            </a:pPr>
            <a:endParaRPr lang="es-419" sz="20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endParaRPr lang="es-419" sz="2000" dirty="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a:extLst>
            <a:ext uri="{FF2B5EF4-FFF2-40B4-BE49-F238E27FC236}">
              <a16:creationId xmlns:a16="http://schemas.microsoft.com/office/drawing/2014/main" id="{EC43770E-7CE2-5B79-9196-5D828CD4112C}"/>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3C7B210C-724A-511A-9D44-B9B731A4EE91}"/>
              </a:ext>
            </a:extLst>
          </p:cNvPr>
          <p:cNvSpPr txBox="1">
            <a:spLocks noGrp="1"/>
          </p:cNvSpPr>
          <p:nvPr>
            <p:ph type="ctrTitle"/>
          </p:nvPr>
        </p:nvSpPr>
        <p:spPr>
          <a:xfrm>
            <a:off x="311700" y="198783"/>
            <a:ext cx="8520600" cy="16459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solidFill>
                  <a:srgbClr val="E122BB"/>
                </a:solidFill>
                <a:latin typeface="Montserrat ExtraBold"/>
                <a:ea typeface="Montserrat ExtraBold"/>
                <a:cs typeface="Montserrat ExtraBold"/>
                <a:sym typeface="Montserrat ExtraBold"/>
              </a:rPr>
              <a:t>Preparar una Clase para la Serialización</a:t>
            </a:r>
            <a:endParaRPr sz="4400" dirty="0">
              <a:solidFill>
                <a:srgbClr val="E122BB"/>
              </a:solidFill>
              <a:latin typeface="Montserrat ExtraBold"/>
              <a:ea typeface="Montserrat ExtraBold"/>
              <a:cs typeface="Montserrat ExtraBold"/>
              <a:sym typeface="Montserrat ExtraBold"/>
            </a:endParaRPr>
          </a:p>
        </p:txBody>
      </p:sp>
      <p:sp>
        <p:nvSpPr>
          <p:cNvPr id="61" name="Google Shape;61;p14">
            <a:extLst>
              <a:ext uri="{FF2B5EF4-FFF2-40B4-BE49-F238E27FC236}">
                <a16:creationId xmlns:a16="http://schemas.microsoft.com/office/drawing/2014/main" id="{6F00E443-8348-3A74-8B36-7070725AF02C}"/>
              </a:ext>
            </a:extLst>
          </p:cNvPr>
          <p:cNvSpPr txBox="1"/>
          <p:nvPr/>
        </p:nvSpPr>
        <p:spPr>
          <a:xfrm>
            <a:off x="783625" y="1979876"/>
            <a:ext cx="7769400" cy="19798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800" dirty="0">
                <a:solidFill>
                  <a:schemeClr val="lt1"/>
                </a:solidFill>
                <a:latin typeface="Montserrat Medium"/>
                <a:ea typeface="Montserrat Medium"/>
                <a:cs typeface="Montserrat Medium"/>
                <a:sym typeface="Montserrat Medium"/>
              </a:rPr>
              <a:t>Para que una clase sea serializable, debe implementar la interfaz Serializable. Esta es una interfaz "marcador" (no tiene métodos), que le indica al sistema de Java que la clase puede ser serializada.</a:t>
            </a: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821350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Preparar una Clase para la Serialización</a:t>
            </a:r>
          </a:p>
        </p:txBody>
      </p:sp>
      <p:pic>
        <p:nvPicPr>
          <p:cNvPr id="4" name="Picture 3">
            <a:extLst>
              <a:ext uri="{FF2B5EF4-FFF2-40B4-BE49-F238E27FC236}">
                <a16:creationId xmlns:a16="http://schemas.microsoft.com/office/drawing/2014/main" id="{6856FA99-FEDF-C38F-5D04-E7D8CB122CBF}"/>
              </a:ext>
            </a:extLst>
          </p:cNvPr>
          <p:cNvPicPr>
            <a:picLocks noChangeAspect="1"/>
          </p:cNvPicPr>
          <p:nvPr/>
        </p:nvPicPr>
        <p:blipFill>
          <a:blip r:embed="rId4"/>
          <a:stretch>
            <a:fillRect/>
          </a:stretch>
        </p:blipFill>
        <p:spPr>
          <a:xfrm>
            <a:off x="588837" y="1305592"/>
            <a:ext cx="4317118" cy="3422812"/>
          </a:xfrm>
          <a:prstGeom prst="rect">
            <a:avLst/>
          </a:prstGeom>
        </p:spPr>
      </p:pic>
    </p:spTree>
    <p:extLst>
      <p:ext uri="{BB962C8B-B14F-4D97-AF65-F5344CB8AC3E}">
        <p14:creationId xmlns:p14="http://schemas.microsoft.com/office/powerpoint/2010/main" val="3799915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a:extLst>
            <a:ext uri="{FF2B5EF4-FFF2-40B4-BE49-F238E27FC236}">
              <a16:creationId xmlns:a16="http://schemas.microsoft.com/office/drawing/2014/main" id="{12DB9CEC-61A2-1399-391C-7CAEF19ED148}"/>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F6002BB7-5ABD-AC5F-47FF-83C57A952E52}"/>
              </a:ext>
            </a:extLst>
          </p:cNvPr>
          <p:cNvSpPr txBox="1">
            <a:spLocks noGrp="1"/>
          </p:cNvSpPr>
          <p:nvPr>
            <p:ph type="ctrTitle"/>
          </p:nvPr>
        </p:nvSpPr>
        <p:spPr>
          <a:xfrm>
            <a:off x="311700" y="198783"/>
            <a:ext cx="8520600" cy="16459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solidFill>
                  <a:srgbClr val="E122BB"/>
                </a:solidFill>
                <a:latin typeface="Montserrat ExtraBold"/>
                <a:ea typeface="Montserrat ExtraBold"/>
                <a:cs typeface="Montserrat ExtraBold"/>
                <a:sym typeface="Montserrat ExtraBold"/>
              </a:rPr>
              <a:t>Serializar un Objeto</a:t>
            </a:r>
            <a:endParaRPr sz="4400" dirty="0">
              <a:solidFill>
                <a:srgbClr val="E122BB"/>
              </a:solidFill>
              <a:latin typeface="Montserrat ExtraBold"/>
              <a:ea typeface="Montserrat ExtraBold"/>
              <a:cs typeface="Montserrat ExtraBold"/>
              <a:sym typeface="Montserrat ExtraBold"/>
            </a:endParaRPr>
          </a:p>
        </p:txBody>
      </p:sp>
      <p:sp>
        <p:nvSpPr>
          <p:cNvPr id="61" name="Google Shape;61;p14">
            <a:extLst>
              <a:ext uri="{FF2B5EF4-FFF2-40B4-BE49-F238E27FC236}">
                <a16:creationId xmlns:a16="http://schemas.microsoft.com/office/drawing/2014/main" id="{772BEAAF-0066-026B-5A84-FEB91DC648E3}"/>
              </a:ext>
            </a:extLst>
          </p:cNvPr>
          <p:cNvSpPr txBox="1"/>
          <p:nvPr/>
        </p:nvSpPr>
        <p:spPr>
          <a:xfrm>
            <a:off x="783625" y="1979876"/>
            <a:ext cx="7769400" cy="19798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800" dirty="0">
                <a:solidFill>
                  <a:schemeClr val="lt1"/>
                </a:solidFill>
                <a:latin typeface="Montserrat Medium"/>
                <a:ea typeface="Montserrat Medium"/>
                <a:cs typeface="Montserrat Medium"/>
                <a:sym typeface="Montserrat Medium"/>
              </a:rPr>
              <a:t>Para serializar un objeto, utilizamos ObjectOutputStream junto con FileOutputStream. ObjectOutputStream escribe el objeto en un flujo de salida de archivo.</a:t>
            </a: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456810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a:extLst>
            <a:ext uri="{FF2B5EF4-FFF2-40B4-BE49-F238E27FC236}">
              <a16:creationId xmlns:a16="http://schemas.microsoft.com/office/drawing/2014/main" id="{A0543461-E684-55AE-D7A0-CC2EBDF3E50F}"/>
            </a:ext>
          </a:extLst>
        </p:cNvPr>
        <p:cNvGrpSpPr/>
        <p:nvPr/>
      </p:nvGrpSpPr>
      <p:grpSpPr>
        <a:xfrm>
          <a:off x="0" y="0"/>
          <a:ext cx="0" cy="0"/>
          <a:chOff x="0" y="0"/>
          <a:chExt cx="0" cy="0"/>
        </a:xfrm>
      </p:grpSpPr>
      <p:sp>
        <p:nvSpPr>
          <p:cNvPr id="73" name="Google Shape;73;p16">
            <a:extLst>
              <a:ext uri="{FF2B5EF4-FFF2-40B4-BE49-F238E27FC236}">
                <a16:creationId xmlns:a16="http://schemas.microsoft.com/office/drawing/2014/main" id="{3540E551-4E17-B588-1724-E1E47F0ED097}"/>
              </a:ext>
            </a:extLst>
          </p:cNvPr>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Serializar un Objeto</a:t>
            </a:r>
          </a:p>
        </p:txBody>
      </p:sp>
      <p:pic>
        <p:nvPicPr>
          <p:cNvPr id="2" name="Picture 1">
            <a:extLst>
              <a:ext uri="{FF2B5EF4-FFF2-40B4-BE49-F238E27FC236}">
                <a16:creationId xmlns:a16="http://schemas.microsoft.com/office/drawing/2014/main" id="{7812EB3D-540B-A099-25EF-02E7A84311BA}"/>
              </a:ext>
            </a:extLst>
          </p:cNvPr>
          <p:cNvPicPr>
            <a:picLocks noChangeAspect="1"/>
          </p:cNvPicPr>
          <p:nvPr/>
        </p:nvPicPr>
        <p:blipFill>
          <a:blip r:embed="rId4"/>
          <a:stretch>
            <a:fillRect/>
          </a:stretch>
        </p:blipFill>
        <p:spPr>
          <a:xfrm>
            <a:off x="709655" y="1502845"/>
            <a:ext cx="6331620" cy="2957837"/>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AEDDF161-CF3A-5ECC-37DA-EFDBDE5FCDED}"/>
                  </a:ext>
                </a:extLst>
              </p14:cNvPr>
              <p14:cNvContentPartPr/>
              <p14:nvPr/>
            </p14:nvContentPartPr>
            <p14:xfrm>
              <a:off x="1728720" y="2818080"/>
              <a:ext cx="4676760" cy="292320"/>
            </p14:xfrm>
          </p:contentPart>
        </mc:Choice>
        <mc:Fallback>
          <p:pic>
            <p:nvPicPr>
              <p:cNvPr id="3" name="Ink 2">
                <a:extLst>
                  <a:ext uri="{FF2B5EF4-FFF2-40B4-BE49-F238E27FC236}">
                    <a16:creationId xmlns:a16="http://schemas.microsoft.com/office/drawing/2014/main" id="{AEDDF161-CF3A-5ECC-37DA-EFDBDE5FCDED}"/>
                  </a:ext>
                </a:extLst>
              </p:cNvPr>
              <p:cNvPicPr/>
              <p:nvPr/>
            </p:nvPicPr>
            <p:blipFill>
              <a:blip r:embed="rId6"/>
              <a:stretch>
                <a:fillRect/>
              </a:stretch>
            </p:blipFill>
            <p:spPr>
              <a:xfrm>
                <a:off x="1719360" y="2808720"/>
                <a:ext cx="4695480" cy="311040"/>
              </a:xfrm>
              <a:prstGeom prst="rect">
                <a:avLst/>
              </a:prstGeom>
            </p:spPr>
          </p:pic>
        </mc:Fallback>
      </mc:AlternateContent>
    </p:spTree>
    <p:extLst>
      <p:ext uri="{BB962C8B-B14F-4D97-AF65-F5344CB8AC3E}">
        <p14:creationId xmlns:p14="http://schemas.microsoft.com/office/powerpoint/2010/main" val="967954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a:extLst>
            <a:ext uri="{FF2B5EF4-FFF2-40B4-BE49-F238E27FC236}">
              <a16:creationId xmlns:a16="http://schemas.microsoft.com/office/drawing/2014/main" id="{FDF13232-6DC5-B037-41E3-002E9573B0AD}"/>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C6906EBF-CEA2-99A8-4F52-1132BE79BA7A}"/>
              </a:ext>
            </a:extLst>
          </p:cNvPr>
          <p:cNvSpPr txBox="1">
            <a:spLocks noGrp="1"/>
          </p:cNvSpPr>
          <p:nvPr>
            <p:ph type="ctrTitle"/>
          </p:nvPr>
        </p:nvSpPr>
        <p:spPr>
          <a:xfrm>
            <a:off x="311700" y="198783"/>
            <a:ext cx="8520600" cy="16459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solidFill>
                  <a:srgbClr val="E122BB"/>
                </a:solidFill>
                <a:latin typeface="Montserrat ExtraBold"/>
                <a:ea typeface="Montserrat ExtraBold"/>
                <a:cs typeface="Montserrat ExtraBold"/>
                <a:sym typeface="Montserrat ExtraBold"/>
              </a:rPr>
              <a:t>Deserializar un Objeto</a:t>
            </a:r>
            <a:endParaRPr sz="4400" dirty="0">
              <a:solidFill>
                <a:srgbClr val="E122BB"/>
              </a:solidFill>
              <a:latin typeface="Montserrat ExtraBold"/>
              <a:ea typeface="Montserrat ExtraBold"/>
              <a:cs typeface="Montserrat ExtraBold"/>
              <a:sym typeface="Montserrat ExtraBold"/>
            </a:endParaRPr>
          </a:p>
        </p:txBody>
      </p:sp>
      <p:sp>
        <p:nvSpPr>
          <p:cNvPr id="61" name="Google Shape;61;p14">
            <a:extLst>
              <a:ext uri="{FF2B5EF4-FFF2-40B4-BE49-F238E27FC236}">
                <a16:creationId xmlns:a16="http://schemas.microsoft.com/office/drawing/2014/main" id="{592CB644-6CAA-5CC1-4F05-A16982939342}"/>
              </a:ext>
            </a:extLst>
          </p:cNvPr>
          <p:cNvSpPr txBox="1"/>
          <p:nvPr/>
        </p:nvSpPr>
        <p:spPr>
          <a:xfrm>
            <a:off x="783625" y="1979876"/>
            <a:ext cx="7769400" cy="19798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800" dirty="0">
                <a:solidFill>
                  <a:schemeClr val="lt1"/>
                </a:solidFill>
                <a:latin typeface="Montserrat Medium"/>
                <a:ea typeface="Montserrat Medium"/>
                <a:cs typeface="Montserrat Medium"/>
                <a:sym typeface="Montserrat Medium"/>
              </a:rPr>
              <a:t>Para deserializar un objeto, usamos ObjectInputStream junto con FileInputStream. ObjectInputStream lee el objeto desde el archivo.</a:t>
            </a: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3912057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a:extLst>
            <a:ext uri="{FF2B5EF4-FFF2-40B4-BE49-F238E27FC236}">
              <a16:creationId xmlns:a16="http://schemas.microsoft.com/office/drawing/2014/main" id="{5798ABC7-0BBF-0B00-985C-902A3B88FD7D}"/>
            </a:ext>
          </a:extLst>
        </p:cNvPr>
        <p:cNvGrpSpPr/>
        <p:nvPr/>
      </p:nvGrpSpPr>
      <p:grpSpPr>
        <a:xfrm>
          <a:off x="0" y="0"/>
          <a:ext cx="0" cy="0"/>
          <a:chOff x="0" y="0"/>
          <a:chExt cx="0" cy="0"/>
        </a:xfrm>
      </p:grpSpPr>
      <p:sp>
        <p:nvSpPr>
          <p:cNvPr id="73" name="Google Shape;73;p16">
            <a:extLst>
              <a:ext uri="{FF2B5EF4-FFF2-40B4-BE49-F238E27FC236}">
                <a16:creationId xmlns:a16="http://schemas.microsoft.com/office/drawing/2014/main" id="{28B675FA-1B1C-0CED-80B4-A19FC7F963CC}"/>
              </a:ext>
            </a:extLst>
          </p:cNvPr>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Deserializar un Objeto</a:t>
            </a:r>
          </a:p>
        </p:txBody>
      </p:sp>
      <p:pic>
        <p:nvPicPr>
          <p:cNvPr id="3" name="Picture 2">
            <a:extLst>
              <a:ext uri="{FF2B5EF4-FFF2-40B4-BE49-F238E27FC236}">
                <a16:creationId xmlns:a16="http://schemas.microsoft.com/office/drawing/2014/main" id="{60238E29-C43D-C8E9-5D5E-80828DA4B812}"/>
              </a:ext>
            </a:extLst>
          </p:cNvPr>
          <p:cNvPicPr>
            <a:picLocks noChangeAspect="1"/>
          </p:cNvPicPr>
          <p:nvPr/>
        </p:nvPicPr>
        <p:blipFill>
          <a:blip r:embed="rId4"/>
          <a:stretch>
            <a:fillRect/>
          </a:stretch>
        </p:blipFill>
        <p:spPr>
          <a:xfrm>
            <a:off x="685800" y="1375575"/>
            <a:ext cx="6446760" cy="3011625"/>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AACB64AB-A12A-E082-7ECD-D795CAC58FE8}"/>
                  </a:ext>
                </a:extLst>
              </p14:cNvPr>
              <p14:cNvContentPartPr/>
              <p14:nvPr/>
            </p14:nvContentPartPr>
            <p14:xfrm>
              <a:off x="1618200" y="2901960"/>
              <a:ext cx="691560" cy="12600"/>
            </p14:xfrm>
          </p:contentPart>
        </mc:Choice>
        <mc:Fallback>
          <p:pic>
            <p:nvPicPr>
              <p:cNvPr id="2" name="Ink 1">
                <a:extLst>
                  <a:ext uri="{FF2B5EF4-FFF2-40B4-BE49-F238E27FC236}">
                    <a16:creationId xmlns:a16="http://schemas.microsoft.com/office/drawing/2014/main" id="{AACB64AB-A12A-E082-7ECD-D795CAC58FE8}"/>
                  </a:ext>
                </a:extLst>
              </p:cNvPr>
              <p:cNvPicPr/>
              <p:nvPr/>
            </p:nvPicPr>
            <p:blipFill>
              <a:blip r:embed="rId6"/>
              <a:stretch>
                <a:fillRect/>
              </a:stretch>
            </p:blipFill>
            <p:spPr>
              <a:xfrm>
                <a:off x="1602360" y="2838600"/>
                <a:ext cx="72288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6BF792E3-8B9F-A7B0-43DE-60BDC955F2F7}"/>
                  </a:ext>
                </a:extLst>
              </p14:cNvPr>
              <p14:cNvContentPartPr/>
              <p14:nvPr/>
            </p14:nvContentPartPr>
            <p14:xfrm>
              <a:off x="3265920" y="2899800"/>
              <a:ext cx="1235880" cy="15480"/>
            </p14:xfrm>
          </p:contentPart>
        </mc:Choice>
        <mc:Fallback>
          <p:pic>
            <p:nvPicPr>
              <p:cNvPr id="4" name="Ink 3">
                <a:extLst>
                  <a:ext uri="{FF2B5EF4-FFF2-40B4-BE49-F238E27FC236}">
                    <a16:creationId xmlns:a16="http://schemas.microsoft.com/office/drawing/2014/main" id="{6BF792E3-8B9F-A7B0-43DE-60BDC955F2F7}"/>
                  </a:ext>
                </a:extLst>
              </p:cNvPr>
              <p:cNvPicPr/>
              <p:nvPr/>
            </p:nvPicPr>
            <p:blipFill>
              <a:blip r:embed="rId8"/>
              <a:stretch>
                <a:fillRect/>
              </a:stretch>
            </p:blipFill>
            <p:spPr>
              <a:xfrm>
                <a:off x="3250080" y="2836440"/>
                <a:ext cx="126720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2D9EE0BF-418D-0899-8421-554D52348C31}"/>
                  </a:ext>
                </a:extLst>
              </p14:cNvPr>
              <p14:cNvContentPartPr/>
              <p14:nvPr/>
            </p14:nvContentPartPr>
            <p14:xfrm>
              <a:off x="2185920" y="2468160"/>
              <a:ext cx="1602720" cy="351360"/>
            </p14:xfrm>
          </p:contentPart>
        </mc:Choice>
        <mc:Fallback>
          <p:pic>
            <p:nvPicPr>
              <p:cNvPr id="5" name="Ink 4">
                <a:extLst>
                  <a:ext uri="{FF2B5EF4-FFF2-40B4-BE49-F238E27FC236}">
                    <a16:creationId xmlns:a16="http://schemas.microsoft.com/office/drawing/2014/main" id="{2D9EE0BF-418D-0899-8421-554D52348C31}"/>
                  </a:ext>
                </a:extLst>
              </p:cNvPr>
              <p:cNvPicPr/>
              <p:nvPr/>
            </p:nvPicPr>
            <p:blipFill>
              <a:blip r:embed="rId10"/>
              <a:stretch>
                <a:fillRect/>
              </a:stretch>
            </p:blipFill>
            <p:spPr>
              <a:xfrm>
                <a:off x="2170080" y="2404800"/>
                <a:ext cx="1634040" cy="478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9C86E362-A621-1036-6AE7-53AF81B515ED}"/>
                  </a:ext>
                </a:extLst>
              </p14:cNvPr>
              <p14:cNvContentPartPr/>
              <p14:nvPr/>
            </p14:nvContentPartPr>
            <p14:xfrm>
              <a:off x="4673160" y="1081080"/>
              <a:ext cx="4007880" cy="2742120"/>
            </p14:xfrm>
          </p:contentPart>
        </mc:Choice>
        <mc:Fallback>
          <p:pic>
            <p:nvPicPr>
              <p:cNvPr id="6" name="Ink 5">
                <a:extLst>
                  <a:ext uri="{FF2B5EF4-FFF2-40B4-BE49-F238E27FC236}">
                    <a16:creationId xmlns:a16="http://schemas.microsoft.com/office/drawing/2014/main" id="{9C86E362-A621-1036-6AE7-53AF81B515ED}"/>
                  </a:ext>
                </a:extLst>
              </p:cNvPr>
              <p:cNvPicPr/>
              <p:nvPr/>
            </p:nvPicPr>
            <p:blipFill>
              <a:blip r:embed="rId12"/>
              <a:stretch>
                <a:fillRect/>
              </a:stretch>
            </p:blipFill>
            <p:spPr>
              <a:xfrm>
                <a:off x="4663800" y="1071720"/>
                <a:ext cx="4026600" cy="2760840"/>
              </a:xfrm>
              <a:prstGeom prst="rect">
                <a:avLst/>
              </a:prstGeom>
            </p:spPr>
          </p:pic>
        </mc:Fallback>
      </mc:AlternateContent>
    </p:spTree>
    <p:extLst>
      <p:ext uri="{BB962C8B-B14F-4D97-AF65-F5344CB8AC3E}">
        <p14:creationId xmlns:p14="http://schemas.microsoft.com/office/powerpoint/2010/main" val="1247274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a:extLst>
            <a:ext uri="{FF2B5EF4-FFF2-40B4-BE49-F238E27FC236}">
              <a16:creationId xmlns:a16="http://schemas.microsoft.com/office/drawing/2014/main" id="{C0520604-9780-287A-8997-FC8D4A9782B3}"/>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69B9E5F8-0C4A-46D4-6136-FD69A7D4D4A3}"/>
              </a:ext>
            </a:extLst>
          </p:cNvPr>
          <p:cNvSpPr txBox="1">
            <a:spLocks noGrp="1"/>
          </p:cNvSpPr>
          <p:nvPr>
            <p:ph type="ctrTitle"/>
          </p:nvPr>
        </p:nvSpPr>
        <p:spPr>
          <a:xfrm>
            <a:off x="311700" y="198783"/>
            <a:ext cx="8520600" cy="86669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solidFill>
                  <a:srgbClr val="E122BB"/>
                </a:solidFill>
                <a:latin typeface="Montserrat ExtraBold"/>
                <a:ea typeface="Montserrat ExtraBold"/>
                <a:cs typeface="Montserrat ExtraBold"/>
                <a:sym typeface="Montserrat ExtraBold"/>
              </a:rPr>
              <a:t>Versión de Serialización</a:t>
            </a:r>
            <a:endParaRPr sz="4400" dirty="0">
              <a:solidFill>
                <a:srgbClr val="E122BB"/>
              </a:solidFill>
              <a:latin typeface="Montserrat ExtraBold"/>
              <a:ea typeface="Montserrat ExtraBold"/>
              <a:cs typeface="Montserrat ExtraBold"/>
              <a:sym typeface="Montserrat ExtraBold"/>
            </a:endParaRPr>
          </a:p>
        </p:txBody>
      </p:sp>
      <p:sp>
        <p:nvSpPr>
          <p:cNvPr id="61" name="Google Shape;61;p14">
            <a:extLst>
              <a:ext uri="{FF2B5EF4-FFF2-40B4-BE49-F238E27FC236}">
                <a16:creationId xmlns:a16="http://schemas.microsoft.com/office/drawing/2014/main" id="{CD908302-A138-92EE-E798-040E69C1DBA9}"/>
              </a:ext>
            </a:extLst>
          </p:cNvPr>
          <p:cNvSpPr txBox="1"/>
          <p:nvPr/>
        </p:nvSpPr>
        <p:spPr>
          <a:xfrm>
            <a:off x="783625" y="985962"/>
            <a:ext cx="7769400" cy="297378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400" dirty="0">
                <a:solidFill>
                  <a:schemeClr val="lt1"/>
                </a:solidFill>
                <a:latin typeface="Montserrat Medium"/>
                <a:ea typeface="Montserrat Medium"/>
                <a:cs typeface="Montserrat Medium"/>
                <a:sym typeface="Montserrat Medium"/>
              </a:rPr>
              <a:t>La variable serialVersionUID es un identificador único que se usa durante la deserialización para verificar que el emisor y el receptor de un objeto tengan versiones compatibles de la clase. Si la clase cambia y no actualizamos el serialVersionUID, Java lanzará un error InvalidClassException durante la deserialización.</a:t>
            </a:r>
          </a:p>
          <a:p>
            <a:pPr marL="0" lvl="0" indent="0" algn="l" rtl="0">
              <a:lnSpc>
                <a:spcPct val="115000"/>
              </a:lnSpc>
              <a:spcBef>
                <a:spcPts val="0"/>
              </a:spcBef>
              <a:spcAft>
                <a:spcPts val="0"/>
              </a:spcAft>
              <a:buClr>
                <a:schemeClr val="dk1"/>
              </a:buClr>
              <a:buSzPts val="1100"/>
              <a:buFont typeface="Arial"/>
              <a:buNone/>
            </a:pPr>
            <a:endParaRPr lang="es-419" sz="24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endParaRPr lang="es-419" sz="24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869956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a:extLst>
            <a:ext uri="{FF2B5EF4-FFF2-40B4-BE49-F238E27FC236}">
              <a16:creationId xmlns:a16="http://schemas.microsoft.com/office/drawing/2014/main" id="{1C332617-5295-4BA8-6FF7-B27D28C3C346}"/>
            </a:ext>
          </a:extLst>
        </p:cNvPr>
        <p:cNvGrpSpPr/>
        <p:nvPr/>
      </p:nvGrpSpPr>
      <p:grpSpPr>
        <a:xfrm>
          <a:off x="0" y="0"/>
          <a:ext cx="0" cy="0"/>
          <a:chOff x="0" y="0"/>
          <a:chExt cx="0" cy="0"/>
        </a:xfrm>
      </p:grpSpPr>
      <p:sp>
        <p:nvSpPr>
          <p:cNvPr id="73" name="Google Shape;73;p16">
            <a:extLst>
              <a:ext uri="{FF2B5EF4-FFF2-40B4-BE49-F238E27FC236}">
                <a16:creationId xmlns:a16="http://schemas.microsoft.com/office/drawing/2014/main" id="{110A9469-BEAF-4F64-5FFF-C07AEF62AECA}"/>
              </a:ext>
            </a:extLst>
          </p:cNvPr>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Versión de Serialización</a:t>
            </a:r>
          </a:p>
        </p:txBody>
      </p:sp>
      <p:pic>
        <p:nvPicPr>
          <p:cNvPr id="2" name="Picture 1">
            <a:extLst>
              <a:ext uri="{FF2B5EF4-FFF2-40B4-BE49-F238E27FC236}">
                <a16:creationId xmlns:a16="http://schemas.microsoft.com/office/drawing/2014/main" id="{D4C60FFA-3DE9-72FC-8CB8-E1BDCDEE7373}"/>
              </a:ext>
            </a:extLst>
          </p:cNvPr>
          <p:cNvPicPr>
            <a:picLocks noChangeAspect="1"/>
          </p:cNvPicPr>
          <p:nvPr/>
        </p:nvPicPr>
        <p:blipFill>
          <a:blip r:embed="rId4"/>
          <a:stretch>
            <a:fillRect/>
          </a:stretch>
        </p:blipFill>
        <p:spPr>
          <a:xfrm>
            <a:off x="608109" y="1629134"/>
            <a:ext cx="6210300" cy="469900"/>
          </a:xfrm>
          <a:prstGeom prst="rect">
            <a:avLst/>
          </a:prstGeom>
        </p:spPr>
      </p:pic>
    </p:spTree>
    <p:extLst>
      <p:ext uri="{BB962C8B-B14F-4D97-AF65-F5344CB8AC3E}">
        <p14:creationId xmlns:p14="http://schemas.microsoft.com/office/powerpoint/2010/main" val="2881478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a:extLst>
            <a:ext uri="{FF2B5EF4-FFF2-40B4-BE49-F238E27FC236}">
              <a16:creationId xmlns:a16="http://schemas.microsoft.com/office/drawing/2014/main" id="{4C32EA8F-83D5-F141-7476-8D14F80DCD9A}"/>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F6975A19-EDE0-B84F-CA50-68476925E66D}"/>
              </a:ext>
            </a:extLst>
          </p:cNvPr>
          <p:cNvSpPr txBox="1">
            <a:spLocks noGrp="1"/>
          </p:cNvSpPr>
          <p:nvPr>
            <p:ph type="ctrTitle"/>
          </p:nvPr>
        </p:nvSpPr>
        <p:spPr>
          <a:xfrm>
            <a:off x="311700" y="198783"/>
            <a:ext cx="8520600" cy="16459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solidFill>
                  <a:srgbClr val="E122BB"/>
                </a:solidFill>
                <a:latin typeface="Montserrat ExtraBold"/>
                <a:ea typeface="Montserrat ExtraBold"/>
                <a:cs typeface="Montserrat ExtraBold"/>
                <a:sym typeface="Montserrat ExtraBold"/>
              </a:rPr>
              <a:t>Excluir Campos de la Serialización</a:t>
            </a:r>
            <a:endParaRPr sz="4400" dirty="0">
              <a:solidFill>
                <a:srgbClr val="E122BB"/>
              </a:solidFill>
              <a:latin typeface="Montserrat ExtraBold"/>
              <a:ea typeface="Montserrat ExtraBold"/>
              <a:cs typeface="Montserrat ExtraBold"/>
              <a:sym typeface="Montserrat ExtraBold"/>
            </a:endParaRPr>
          </a:p>
        </p:txBody>
      </p:sp>
      <p:sp>
        <p:nvSpPr>
          <p:cNvPr id="61" name="Google Shape;61;p14">
            <a:extLst>
              <a:ext uri="{FF2B5EF4-FFF2-40B4-BE49-F238E27FC236}">
                <a16:creationId xmlns:a16="http://schemas.microsoft.com/office/drawing/2014/main" id="{9361F33B-97A2-251B-DD31-345E94950100}"/>
              </a:ext>
            </a:extLst>
          </p:cNvPr>
          <p:cNvSpPr txBox="1"/>
          <p:nvPr/>
        </p:nvSpPr>
        <p:spPr>
          <a:xfrm>
            <a:off x="783625" y="1979876"/>
            <a:ext cx="7769400" cy="19798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800" dirty="0">
                <a:solidFill>
                  <a:schemeClr val="lt1"/>
                </a:solidFill>
                <a:latin typeface="Montserrat Medium"/>
                <a:ea typeface="Montserrat Medium"/>
                <a:cs typeface="Montserrat Medium"/>
                <a:sym typeface="Montserrat Medium"/>
              </a:rPr>
              <a:t>Al usar la palabra clave transient antes de un campo, este se excluye de la serialización. Esto es útil si tienes información que no debería guardarse (como contraseñas).</a:t>
            </a: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endParaRPr lang="es-419" sz="28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267596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a:extLst>
            <a:ext uri="{FF2B5EF4-FFF2-40B4-BE49-F238E27FC236}">
              <a16:creationId xmlns:a16="http://schemas.microsoft.com/office/drawing/2014/main" id="{E451D25C-3F86-B000-C3F8-131521A83A9B}"/>
            </a:ext>
          </a:extLst>
        </p:cNvPr>
        <p:cNvGrpSpPr/>
        <p:nvPr/>
      </p:nvGrpSpPr>
      <p:grpSpPr>
        <a:xfrm>
          <a:off x="0" y="0"/>
          <a:ext cx="0" cy="0"/>
          <a:chOff x="0" y="0"/>
          <a:chExt cx="0" cy="0"/>
        </a:xfrm>
      </p:grpSpPr>
      <p:sp>
        <p:nvSpPr>
          <p:cNvPr id="73" name="Google Shape;73;p16">
            <a:extLst>
              <a:ext uri="{FF2B5EF4-FFF2-40B4-BE49-F238E27FC236}">
                <a16:creationId xmlns:a16="http://schemas.microsoft.com/office/drawing/2014/main" id="{EB848734-D297-4D0A-B56E-D95E7DA651B5}"/>
              </a:ext>
            </a:extLst>
          </p:cNvPr>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Excluir Campos de la Serialización</a:t>
            </a:r>
          </a:p>
        </p:txBody>
      </p:sp>
      <p:pic>
        <p:nvPicPr>
          <p:cNvPr id="2" name="Picture 1">
            <a:extLst>
              <a:ext uri="{FF2B5EF4-FFF2-40B4-BE49-F238E27FC236}">
                <a16:creationId xmlns:a16="http://schemas.microsoft.com/office/drawing/2014/main" id="{0E642B51-D1E6-11A2-95D2-F674708427C7}"/>
              </a:ext>
            </a:extLst>
          </p:cNvPr>
          <p:cNvPicPr>
            <a:picLocks noChangeAspect="1"/>
          </p:cNvPicPr>
          <p:nvPr/>
        </p:nvPicPr>
        <p:blipFill>
          <a:blip r:embed="rId4"/>
          <a:stretch>
            <a:fillRect/>
          </a:stretch>
        </p:blipFill>
        <p:spPr>
          <a:xfrm>
            <a:off x="625579" y="1319915"/>
            <a:ext cx="3628369" cy="3408277"/>
          </a:xfrm>
          <a:prstGeom prst="rect">
            <a:avLst/>
          </a:prstGeom>
        </p:spPr>
      </p:pic>
    </p:spTree>
    <p:extLst>
      <p:ext uri="{BB962C8B-B14F-4D97-AF65-F5344CB8AC3E}">
        <p14:creationId xmlns:p14="http://schemas.microsoft.com/office/powerpoint/2010/main" val="294013417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TotalTime>
  <Words>275</Words>
  <Application>Microsoft Macintosh PowerPoint</Application>
  <PresentationFormat>On-screen Show (16:9)</PresentationFormat>
  <Paragraphs>20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Montserrat Medium</vt:lpstr>
      <vt:lpstr>Montserrat ExtraBold</vt:lpstr>
      <vt:lpstr>Montserrat</vt:lpstr>
      <vt:lpstr>Arial</vt:lpstr>
      <vt:lpstr>Simple Light</vt:lpstr>
      <vt:lpstr>Serialización</vt:lpstr>
      <vt:lpstr>Interfaces</vt:lpstr>
      <vt:lpstr>Preparar una Clase para la Serialización</vt:lpstr>
      <vt:lpstr>Preparar una Clase para la Serialización</vt:lpstr>
      <vt:lpstr>Serializar un Objeto</vt:lpstr>
      <vt:lpstr>Serializar un Objeto</vt:lpstr>
      <vt:lpstr>Deserializar un Objeto</vt:lpstr>
      <vt:lpstr>Deserializar un Objeto</vt:lpstr>
      <vt:lpstr>Versión de Serialización</vt:lpstr>
      <vt:lpstr>Versión de Serialización</vt:lpstr>
      <vt:lpstr>Excluir Campos de la Serialización</vt:lpstr>
      <vt:lpstr>Excluir Campos de la Serialización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control de Flujo: Iteradores</dc:title>
  <cp:lastModifiedBy>Facundo Uferer</cp:lastModifiedBy>
  <cp:revision>29</cp:revision>
  <dcterms:modified xsi:type="dcterms:W3CDTF">2024-11-07T13:46:33Z</dcterms:modified>
</cp:coreProperties>
</file>