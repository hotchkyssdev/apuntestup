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Raleway" pitchFamily="2" charset="77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5f28f0ef57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5f28f0ef57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a0723d49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a0723d49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a0723d495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a0723d495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a0723d495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a0723d495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0723d495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0723d495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0723d495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0723d495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0723d495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0723d495b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0723d495b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a0723d495b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66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Streams de Datos - </a:t>
            </a:r>
            <a:r>
              <a:rPr lang="en" dirty="0" err="1"/>
              <a:t>Introducción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Programación</a:t>
            </a:r>
            <a:r>
              <a:rPr lang="en" sz="1800" dirty="0"/>
              <a:t> II</a:t>
            </a:r>
            <a:endParaRPr sz="1800"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311700" y="2537898"/>
            <a:ext cx="4242600" cy="9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Facundo Uferer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juanfacundouf@gmail.com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UTN-FRR</a:t>
            </a:r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851" y="3093600"/>
            <a:ext cx="4002376" cy="18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9175" y="1051175"/>
            <a:ext cx="5475051" cy="4140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¿Porque usarlos?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75" y="1287600"/>
            <a:ext cx="8839200" cy="369617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Streams de datos (por donde fluye la info)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 formas del flujo</a:t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3575"/>
            <a:ext cx="8839199" cy="356529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5183675" y="4229300"/>
            <a:ext cx="17982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Leer cosas humanas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873125" y="1366250"/>
            <a:ext cx="13059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Objetos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Streams de bytes (clases abstractas)</a:t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3575"/>
            <a:ext cx="8839202" cy="3378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Streams de caracteres (Clases abstractas)</a:t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00" y="1404500"/>
            <a:ext cx="8839202" cy="3193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¿Cómo leemos?</a:t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25" y="1051175"/>
            <a:ext cx="7868450" cy="37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¿Cómo escribimos?</a:t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0" y="1051175"/>
            <a:ext cx="7314290" cy="378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Macintosh PowerPoint</Application>
  <PresentationFormat>On-screen Show (16:9)</PresentationFormat>
  <Paragraphs>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Lato</vt:lpstr>
      <vt:lpstr>Raleway</vt:lpstr>
      <vt:lpstr>Swiss</vt:lpstr>
      <vt:lpstr>Streams de Datos - Introducción Programación II</vt:lpstr>
      <vt:lpstr>¿Porque usarlos? </vt:lpstr>
      <vt:lpstr>Streams de datos (por donde fluye la info)</vt:lpstr>
      <vt:lpstr>Las formas del flujo</vt:lpstr>
      <vt:lpstr>Streams de bytes (clases abstractas)</vt:lpstr>
      <vt:lpstr>Streams de caracteres (Clases abstractas)</vt:lpstr>
      <vt:lpstr>¿Cómo leemos?</vt:lpstr>
      <vt:lpstr>¿Cómo escribimos?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Facundo Uferer</cp:lastModifiedBy>
  <cp:revision>1</cp:revision>
  <dcterms:modified xsi:type="dcterms:W3CDTF">2024-10-22T12:50:30Z</dcterms:modified>
</cp:coreProperties>
</file>