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6.xml" ContentType="application/inkml+xml"/>
  <Override PartName="/ppt/notesSlides/notesSlide12.xml" ContentType="application/vnd.openxmlformats-officedocument.presentationml.notesSlide+xml"/>
  <Override PartName="/ppt/ink/ink7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8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70" r:id="rId3"/>
    <p:sldId id="258" r:id="rId4"/>
    <p:sldId id="271" r:id="rId5"/>
    <p:sldId id="272" r:id="rId6"/>
    <p:sldId id="273" r:id="rId7"/>
    <p:sldId id="274" r:id="rId8"/>
    <p:sldId id="275" r:id="rId9"/>
    <p:sldId id="279" r:id="rId10"/>
    <p:sldId id="276" r:id="rId11"/>
    <p:sldId id="277" r:id="rId12"/>
    <p:sldId id="283" r:id="rId13"/>
    <p:sldId id="278" r:id="rId14"/>
    <p:sldId id="280" r:id="rId15"/>
    <p:sldId id="281" r:id="rId16"/>
    <p:sldId id="282" r:id="rId17"/>
    <p:sldId id="289" r:id="rId18"/>
    <p:sldId id="284" r:id="rId19"/>
    <p:sldId id="285" r:id="rId20"/>
    <p:sldId id="286" r:id="rId21"/>
    <p:sldId id="287" r:id="rId22"/>
    <p:sldId id="288" r:id="rId23"/>
  </p:sldIdLst>
  <p:sldSz cx="9144000" cy="5143500" type="screen16x9"/>
  <p:notesSz cx="6858000" cy="9144000"/>
  <p:embeddedFontLst>
    <p:embeddedFont>
      <p:font typeface="Montserrat" pitchFamily="2" charset="77"/>
      <p:regular r:id="rId25"/>
      <p:bold r:id="rId26"/>
      <p:italic r:id="rId27"/>
      <p:boldItalic r:id="rId28"/>
    </p:embeddedFont>
    <p:embeddedFont>
      <p:font typeface="Montserrat Black" pitchFamily="2" charset="77"/>
      <p:bold r:id="rId29"/>
      <p:italic r:id="rId30"/>
      <p:boldItalic r:id="rId31"/>
    </p:embeddedFont>
    <p:embeddedFont>
      <p:font typeface="Montserrat ExtraBold" pitchFamily="2" charset="77"/>
      <p:bold r:id="rId32"/>
      <p:italic r:id="rId33"/>
      <p:boldItalic r:id="rId34"/>
    </p:embeddedFont>
    <p:embeddedFont>
      <p:font typeface="Montserrat Medium" pitchFamily="2" charset="77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4"/>
    <p:restoredTop sz="94616"/>
  </p:normalViewPr>
  <p:slideViewPr>
    <p:cSldViewPr snapToGrid="0">
      <p:cViewPr varScale="1">
        <p:scale>
          <a:sx n="178" d="100"/>
          <a:sy n="178" d="100"/>
        </p:scale>
        <p:origin x="115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36:06.707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3976 9919 24575,'26'0'0,"9"0"0,-13 0 0,1 0 0,3 0 0,1 0 0,1 0 0,0 0 0,0 0 0,0 0 0,0 0 0,1 0 0,-1 0 0,0 0 0,1 0 0,0 0 0,2 0 0,0 0 0,2 0 0,0 1 0,-1 0 0,0-1 0,-1 1 0,0 0 0,-2 0 0,-1-1 0,0 0 0,0 0 0,-1 0 0,1 0 0,0 0 0,-1 0 0,1 0 0,0 0 0,-1-1 0,1-2 0,-1 0 0,-1-2 0,1 0 0,1-2 0,0-1 0,1 0 0,0 1 0,0-1 0,-1 1 0,1 0 0,-2 1 0,-1 0 0,-2 0 0,-1 2 0,-1-1 0,0 0 0,19-3 0,-1 2 0,1 0 0,-19 5 0,0 0 0,0 0 0,0 0 0,1 1 0,0 0 0,2 0 0,-1 0 0,1 0 0,0 0 0,1 0 0,0 0 0,0 0 0,-1 0 0,1 0 0,-1 0 0,1 0 0,-1 0 0,-1 0 0,0 0 0,-1 0 0,0 0 0,-1 0 0,-1 0 0,20 0 0,-1 2 0,-2 0 0,2 4 0,-18-3 0,0 1 0,2 0 0,0 0 0,2 1 0,0 0 0,0-1 0,-1 2 0,0-1 0,-1 1 0,-1-1 0,0 0 0,-2 0 0,1 0 0,17 3 0,-1-1 0,-1-2 0,-2-1 0,0-1 0,-3-1 0,0 0 0,-1-1 0,-2 0 0,0-1 0,0 0 0,-2 0 0,-3 0 0,-4 1 0,-6 0 0,-2 0 0,-1 1 0,-1-1 0,-2 0 0,-1 0 0,-2-1 0,0 0 0,0 0 0,2 0 0,1 0 0,0 0 0,0 0 0,-3 1 0,-1-1 0,-2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36:18.139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5042 8476 24575,'27'0'0,"1"0"0,7 0 0,0 0 0,2 0 0,0 0 0,3 0 0,1 0 0,-18 0 0,0 0 0,1 0 0,0 0 0,0 0 0,0 0 0,1 0 0,0 0 0,0 0 0,0 0 0,1 0 0,0 0 0,1 1 0,0 0 0,1 1 0,2 1 0,-1-1 0,1 0 0,0 1 0,-1-2 0,-1 0 0,0 0 0,-4-1 0,0 0 0,-2 0 0,0 0 0,19-1 0,1-3 0,-20 2 0,1-1 0,2-1 0,0 0 0,1 0 0,0 0 0,1 0 0,-1 0 0,0 1 0,-1 1 0,0 0 0,1 1 0,-2 0 0,0 1 0,-1 0 0,0 0 0,-1 0 0,0 0 0,20 0 0,-1 0 0,0 0 0,0 0 0,0 0 0,2 0 0,0 0 0,-2 0 0,-1 0 0,-1 0 0,0 0 0,2 0 0,-12 0 0,-1 0 0,-6 0 0,-1 0 0,6 0 0,-1 0 0,9 0 0,-1 2 0,-2 2 0,-1 1 0,0 1 0,-2-2 0,0 0 0,1 0 0,0-2 0,0 0 0,0-1 0,-1 0 0,-2 2 0,1-1 0,-2 0 0,0 0 0,-3-1 0,-2 0 0,-4 0 0,-3 0 0,-1 1 0,-3 1 0,-1-1 0,-2 0 0,-2-1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36:43.489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7422 8416 24575,'26'0'0,"6"0"0,7 0 0,-17 0 0,2 0 0,0 0 0,1 0 0,0-1 0,0 1 0,0-1 0,0 0 0,-3 0 0,0 0 0,17-2 0,-8 0 0,-7 1 0,-5 0 0,-1-1 0,0-1 0,3 1 0,3-1 0,2 1 0,4-1 0,4-1 0,2 1 0,-6 0 0,1 0 0,-8 2 0,1 0 0,7-1 0,1 1 0,10 0 0,1 2 0,-1 0 0,-2 0 0,-4 0 0,-6 1 0,-4 0 0,-5 1 0,-1-1 0,-1-1 0,0 0 0,1 0 0,-1 0 0,-2 0 0,-1 0 0,-1 0 0,-1 0 0,-1 0 0,-3 0 0,-5 0 0,-1 0 0</inkml:trace>
  <inkml:trace contextRef="#ctx0" brushRef="#br0" timeOffset="9269">4431 8428 24575,'14'-2'0,"6"0"0,9 2 0,8 0 0,3 0 0,3 0 0,-2 0 0,-2 0 0,-3 0 0,-4 0 0,-2 0 0,-2 0 0,1 0 0,0 0 0,3 0 0,4 0 0,2 0 0,2-2 0,2-2 0,-2-3 0,0-2 0,-4 1 0,-2-1 0,-1 1 0,-4 2 0,-1 2 0,-5 1 0,-3 1 0,-1 1 0,-1 0 0,0 1 0,-1 0 0,1 0 0,0 0 0,-1 0 0,-1 0 0,-3 0 0,-3 0 0,-4 0 0,-3 0 0</inkml:trace>
  <inkml:trace contextRef="#ctx0" brushRef="#br0" timeOffset="50201">5472 9669 24575,'9'0'0,"3"2"0,3 3 0,3 1 0,1 2 0,-1 0 0,2-2 0,0-1 0,2 0 0,2 0 0,3 0 0,3-2 0,2 1 0,2-2 0,1-1 0,1 0 0,1 0 0,-3 1 0,0 0 0,-1 1 0,-1-2 0,2 1 0,-9-1 0,1 0 0,13 0 0,-13 0 0,0-1 0,11 0 0,1 0 0,2 0 0,2 0 0,1 0 0,-1 0 0,0 0 0,-2 0 0,1 0 0,-1 0 0,0-1 0,3-1 0,-21 2 0,0-1 0,1 0 0,1 1 0,1 0 0,-1 0 0,2 0 0,-1 0 0,0 0 0,-1 0 0,0 0 0,-1 0 0,0 0 0,-2 0 0,21 0 0,-1 0 0,-2 0 0,-2 0 0,-2 0 0,1 0 0,0-1 0,3-2 0,2-1 0,-20 2 0,1-1 0,1 0 0,1 0 0,2 0 0,1 0 0,4-1 0,0-1 0,4 0 0,0 0 0,3 0 0,0 0 0,1-1 0,0 1 0,1-1 0,0 1 0,-2 0 0,0 0 0,0-1 0,-2 1 0,-1 0 0,-2-1 0,-2 2 0,-2-1 0,-2 0 0,0 1 0,-4-1 0,0 2 0,15-3 0,-4 2 0,-8 1 0,-4 2 0,-7 0 0,-4 1 0,-6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37:43.623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5159 9689 24575,'27'0'0,"6"0"0,7 0 0,-18 0 0,0 0 0,0 0 0,-1 0 0,20 1 0,-5 2 0,-3 1 0,-2 0 0,-2 0 0,0-2 0,-3-1 0,-2-1 0,-2 0 0,-1 0 0,-1 0 0,0 0 0,2 0 0,4 0 0,2 0 0,3 0 0,2 0 0,2 0 0,3 0 0,2 0 0,1 0 0,0-1 0,0-1 0,0-1 0,0-1 0,-2 1 0,-2 2 0,-1 0 0,-2 1 0,-1 0 0,-2 0 0,-1 0 0,-1 0 0,0 0 0,0 0 0,-1 0 0,0 0 0,-1 0 0,-1 1 0,1 0 0,-1 0 0,2 2 0,-2-2 0,2 0 0,-1 0 0,2-1 0,-1 0 0,0 0 0,-2 0 0,1 0 0,0 1 0,2 0 0,0 0 0,-1 0 0,-1 0 0,-4-1 0,-3 0 0,-4 0 0,-3 0 0,-1 0 0,0 0 0,1 1 0,1 0 0,0 1 0,-1 0 0,-1 0 0,-2 0 0,-1-1 0,-1-1 0,-1 1 0,-3-1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6T20:04:01.27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6100 10002 24575,'34'0'0,"1"0"0,-1 0 0,2 0 0,2 0 0,-3 0 0,4 0 0,1 0 0,-3 0-688,0 0 0,-2 0 1,1 0 687,2 0 0,1 0 0,1 0 0,0 0 0,1-1 0,-1 0 0,1-1 0,-1 1 0,1-1 0,-2 0 0,1-1 0,0 1 0,0-1 0,0-1 0,0 1 0,1-1 0,0 1 0,1 0 0,-1 0 0,1-1 0,0 1 0,-10 1 0,0 0 0,0 0 0,1 0-294,0 0 1,0 0-1,0 1 1,0 0 293,1 0 0,0 0 0,0 0 0,0 0 0,-1 1 0,-1-1 0,1 1 0,-1 0 0,11 0 0,-1 0 0,0 0 0,-2 0 0,-1 0 0,0 0 81,-4 0 1,0 0 0,-1 0-82,-1 0 0,-1 0 0,0 0 0,10 0 0,-1 0 0,-4 0 0,-1 0 0,-1 0 0,-1 0 477,-3 0 0,-1 0-477,-1 0 0,-2 0 727,-2 0 1,-2 0-728,16 0 583,-13 0-583,-10 0 0,-9 0 0,-3 0 0</inkml:trace>
  <inkml:trace contextRef="#ctx0" brushRef="#br0" timeOffset="12929">14848 11978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41:22.038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3360 11537 24575,'20'0'0,"9"0"0,12 0 0,-15 0 0,2 0 0,2 0 0,1 0 0,1 0 0,0 0 0,-1 0 0,-1 0 0,-1 0 0,-1 0 0,-2 0 0,0 0 0,-2 0 0,-1 0 0,0 0 0,-1 0 0,20 0 0,-1 0 0,-2-1 0,-1-2 0,0-1 0,-4 0 0,0-1 0,-2 0 0,1-1 0,0-1 0,-1 0 0,1-1 0,-2 1 0,-2 0 0,-3 1 0,0 1 0,-1 2 0,0-1 0,0 2 0,1 0 0,-1 1 0,2 1 0,1 0 0,-2 0 0,0 0 0,-3 0 0,-5-1 0,-2 0 0,-2 0 0,0 0 0,3-1 0,1 0 0,3 0 0,1 1 0,3 0 0,2 0 0,2 1 0,2 0 0,-1 0 0,-3 0 0,-4 0 0,-2 0 0,-3 0 0,-2 0 0,2 0 0,0 0 0,2 0 0,0 0 0,1 0 0,0 0 0,0 0 0,-1 0 0,0 0 0,-1 0 0,-3 0 0,0 0 0,-3 0 0,-2 0 0,-1 0 0,-3 0 0,-4 0 0,-1 0 0</inkml:trace>
  <inkml:trace contextRef="#ctx0" brushRef="#br0" timeOffset="7065">1735 3830 24575,'0'15'0,"0"2"0,0 2 0,0 5 0,0 2 0,0 3 0,0 3 0,0 0 0,1 1 0,2-2 0,2-4 0,1-2 0,1-3 0,-1-2 0,0 0 0,2 1 0,-1 0 0,1 1 0,0-1 0,-1 0 0,1-1 0,3 7 0,-1-7 0,1 3 0,-3-9 0,-2-2 0,-1-1 0,0-2 0,-2-1 0,0-1 0,-1-2 0,-1 0 0,0 0 0,-1 3 0,0 2 0,0 1 0,0 0 0,0-2 0,1 0 0,1-1 0,0 0 0,1 1 0,0 1 0,0 1 0,-1 3 0,1 1 0,0 2 0,1 0 0,-1-3 0,-1-2 0,-1-7 0,-1-1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41:45.053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8828 5040 24575,'15'0'0,"3"0"0,6 0 0,4 0 0,3 0 0,-1 0 0,0 0 0,0 0 0,-1 0 0,1 0 0,1 0 0,3 0 0,5-3 0,-17 2 0,1 0 0,1-1 0,0 1 0,1-1 0,0 0 0,-1 1 0,0 1 0,0-2 0,0 1 0,-1-1 0,0 1 0,0 0 0,0 0 0,0 1 0,0-1 0,1 1 0,-1-1 0,0 1 0,0-1 0,0 0 0,0 0 0,0 1 0,0-1 0,-1 1 0,-1 0 0,22 0 0,-4 0 0,-3 0 0,-1 0 0,-2 0 0,-3 0 0,-1 0 0,-1 0 0,0 0 0,3 0 0,0 0 0,2 0 0,-1 0 0,1 0 0,2 0 0,3-1 0,-17 0 0,1-1 0,1 0 0,2 0 0,1-1 0,1 0 0,2 0 0,0 1 0,1 0 0,-1 0 0,0 0 0,-1 0 0,-2 0 0,0 0 0,-3 1 0,0 0 0,17-3 0,-5 1 0,-4 1 0,-1 1 0,1 1 0,0 0 0,2 0 0,-2 0 0,-4 0 0,-5 0 0,-5 0 0,-5 0 0,-2 0 0,-2 0 0,-5 0 0,0 0 0</inkml:trace>
  <inkml:trace contextRef="#ctx0" brushRef="#br0" timeOffset="10649">14621 2398 24575,'0'28'0,"0"11"0,0-11 0,0 3 0,0 9 0,0 2-553,0-10 1,0 2 0,0 0 552,0 1 0,0 0 0,0 1 0,0-1 0,0-1 0,0 0 179,0-5 0,0 0 0,0-1-179,0 8 0,0-3 137,0-6 0,0-2-137,0 11 0,0-12 0,1-10 0,-1-8 0,1-3 0</inkml:trace>
  <inkml:trace contextRef="#ctx0" brushRef="#br0" timeOffset="12169">14662 2402 24575,'36'0'0,"4"0"0,-15 1 0,1 0 0,2 2 0,1 1 0,2 3 0,0 0 0,3 4 0,1 1 0,1 1 0,1 2 0,-1 0 0,1 1 0,-2 0 0,0 1 0,-2 0 0,0 0 0,-2 0 0,-1 0 0,-2-1 0,-2-1 0,-2-2 0,-1 0 0,14 7 0,-9-5 0,-6-4 0,-6-4 0,-7-4 0,-2-2 0,-2-1 0,-3 0 0,0 0 0</inkml:trace>
  <inkml:trace contextRef="#ctx0" brushRef="#br0" timeOffset="15916">14619 2358 24575,'26'0'0,"5"0"0,-9 0 0,2 0 0,1 0 0,2 0 0,2 0 0,1 0 0,3 0 0,1 0 0,2 0 0,0 0 0,3 0 0,-1 0 0,1 0 0,0-1 0,1-1 0,-1-1 0,1-2 0,0-1 0,-2-1 0,-1-2 0,-1 0 0,-2-1 0,-4 0 0,-2 1 0,-6 1 0,-1 0 0,11-4 0,-12 4 0,-10 3 0,-1 5 0,6 6 0,15 11 0,-6-4 0,2 1 0,7 3 0,3 0 0,-10-4 0,1-1 0,1 0-166,0 0 1,1 0 0,1 0 165,-1 0 0,0-1 0,0 1 0,0 0 0,0 0 0,-1 0 0,-1-1 0,-1 1 0,-1 0 0,12 5 0,-2 1 0,-2-2 0,-1 0 0,-4-2 0,-2 0 0,-3-2 0,-1 0 0,12 7 0,-10-5 0,-5-2 496,-4-2-496,-5-3 0,-3-2 0,-2-3 0,0 0 0,1 0 0,1 1 0,-3 0 0,-11-1 0,-14-1 0,-17 3 0,14-1 0,-1 1 0,0 1 0,-1 0 0,0 0 0,0 0 0,1-1 0,2-1 0,0-1 0,1 0 0,0-1 0,0 0 0,-20 2 0,1 1 0,0 1 0,3 1 0,1-1 0,0 0 0,1-2 0,3 0 0,3-1 0,4 0 0,5 0 0,2 0 0,0-1 0,0-1 0,-2 0 0,1-1 0,0-1 0,-1-3 0,3-2 0,2-2 0,4 2 0,4 3 0,1 1 0,-1 0 0,-3 0 0,-5-2 0,-1 2 0,2 0 0,1 1 0,5 0 0,3 3 0,4 9 0,1 14 0,1 15 0,0-11 0,0 2 0,0 3 0,1 2 0,1 0 0,0 0 0,1 1 0,1 0 0,-1-2 0,1 0 0,-1 0 0,1 1 0,-1-1 0,0 1 0,-1-2 0,0 0 0,1-3 0,-1-1 0,-1-6 0,1-2 0,-1 14 0,0-7 0,-1 0 0,0 2 0,0-3 0,0-3 0,0-8 0,0-5 0,0-4 0,-2-3 0,-2-2 0,-10-4 0,-11-9 0,-12-8 0,13 6 0,1-1 0,-2-2 0,1 0 0,0 1 0,-1-1 0,1-1 0,0 1 0,0-1 0,0 1 0,-1 0 0,0-1 0,0 2 0,1-1 0,0 2 0,1 1 0,1 1 0,0 2 0,2 0 0,0 1 0,-16-4 0,1 2 0,1 1 0,2 2 0,3-1 0,1 2 0,3 0 0,1 1 0,0 1 0,1 0 0,1 0 0,1 2 0,2-2 0,1 1 0,-1-1 0,1 1 0,3 0 0,7 3 0,4 0 0</inkml:trace>
  <inkml:trace contextRef="#ctx0" brushRef="#br0" timeOffset="17601">15578 3744 24575,'13'0'0,"6"0"0,8 0 0,4 0 0,4 0 0,0 0 0,2 0 0,3 0 0,-18-1 0,0 1 0,3-1 0,1 0 0,1 1 0,1-1 0,1 0 0,0 0 0,-1 1 0,-1-1 0,-1-1 0,-1 0 0,-2 0 0,-1-1 0,14-4 0,-7 1 0,-9 2 0,-6 0 0,-6 0 0,3-2 0,1-3 0,4-2 0,4-2 0,0 2 0,-3 2 0,-1 3 0,-1 2 0,-1 1 0,-1 1 0,-1 1 0,-1 0 0,-4 1 0,-2-1 0,-2 0 0,-1 0 0,-1 0 0</inkml:trace>
  <inkml:trace contextRef="#ctx0" brushRef="#br0" timeOffset="19450">16513 2693 24575,'0'23'0,"0"-1"0,0 7 0,0 4 0,0 1 0,0 2 0,0-3 0,0 1 0,0 1 0,0 3 0,3 2 0,3 1 0,3-1 0,1-4 0,-2-6 0,-2-8 0,-2-7 0,-3-5 0,0-3 0,-1 1 0,1 2 0,0 8 0,2 5 0,-1 5 0,1 4 0,0 2 0,1 2 0,1 0 0,-1-3 0,0-4 0,-2-5 0,-1-3 0,0 0 0,0 0 0,1-1 0,2 0 0,-2-4 0,0-3 0,-1-7 0,-1-2 0</inkml:trace>
  <inkml:trace contextRef="#ctx0" brushRef="#br0" timeOffset="25033">15100 3037 24575,'-5'-2'0,"0"0"0,0 2 0,-4-4 0,-8-5 0,-9-6 0,-10-2 0,17 7 0,-1 2 0,-1-2 0,-1 1 0,-2 0 0,-1 0 0,-4-1 0,-3-1 0,-6-1 0,-2 0-461,7 2 1,-1 0-1,-1-1 461,5 2 0,-1-1 0,-1 1 0,-1-1-465,-2-1 1,-1 1-1,0-1 1,-1 1 464,-1-1 0,-1 1 0,0-1 0,0 2 0,-1-1 0,0 1 0,0 0 0,0 1 0,0 0 0,0 0 0,-1 1 0,1 0 0,0 1 0,-1-1 0,1 2 0,-1-1 0,0 1 0,0 0 0,-1 0 0,1 0 0,-1 0 0,0 1 0,0-1 0,0 1 0,8 1 0,0-1 0,-1 1 0,1 0 0,0 0 0,0-1 0,-1 1 0,1 0 0,0 0 0,0-1 0,-8 0 0,1 0 0,0 0 0,0 0 0,1 0 0,1 0 0,0 0 0,0 1 0,1-1 0,0 0 0,0 1 0,0 0 0,0-1 0,0 1 0,-1 0 0,1 0 0,-2 1 0,0-1 0,-1 1 0,0 1 0,7-1 0,0 1 0,-1 0 0,0 1 0,0-1-451,-1 0 0,0 1 1,0-1-1,-1 1 0,1 0 451,-2-1 0,1 1 0,0 0 0,-1 0 0,1 1 0,-1-2 0,0 1 0,0 0 0,0 0 0,0 1 0,-1-1 0,0 0 0,0 0 0,0 1 0,0 0 0,0 0 0,-1 0 0,0 0 0,0 0 0,0 1-475,-1 0 1,0 0 0,0 1 0,-1 0 0,0 1 474,7-1 0,-1 1 0,0 0 0,1 0 0,-1 1 0,0 0 0,0 0 0,0 0 0,0 1 0,0 0 0,0 0 0,0 0 0,-1 1 0,0 0 0,0 0 0,0 1 0,0 0 0,0 0 0,1 0 0,0 0 0,-1 1 0,1 0 0,0 0 0,0 0 0,0 0 0,0 1 0,1-1 0,-1 1 0,0 0 0,1 0 0,-1 0 0,1 0 0,-1 1 0,1-1 0,-1 1 0,1 0 0,0 0 0,0-1 0,0 1 0,1 0 0,-1 0 0,1 0 0,-7 3 0,0-1 0,0 0 0,1 1 0,-1 0 0,1 0 0,0 0 0,0 0 0,0 1 0,0 0 0,0 0 0,1-1 0,0 1 0,0 1 0,0 0 0,0 0 0,0 0 0,1 1 0,-1 0 0,1 0 0,0 1 0,0 0 0,0 1 0,0-1 0,1 2 0,0-1 0,0 0 0,1 1 0,0 0 0,1 1 0,0-1 0,1 1 0,0-1 0,0 1 0,1 0-103,1-1 0,1-1 1,0 1-1,0 0 1,1-1 102,-4 4 0,0-1 0,1 0 0,0 0 111,3-2 0,1 0 0,1-1 0,0 1-111,-6 4 0,0 0 0,2 0 0,2-1 0,1-1 0,1 1 473,1 0 0,1-1 0,1 1-473,0-1 0,2 1 0,-1 0 0,1 1 0,-1 0 0,1-1 0,1-1 0,1 0 0,0 0 0,0-1 0,1 0 0,0 0 1312,-9 6 1,1 0-1313,3-4 0,1-1 977,0-2 0,1 0-977,4-5 0,1 0 1272,-8 6-1272,11-9 664,6-7-664,4-3 0,0-2 0,2 0 0,1-2 0,0 0 0,1-3 0,-2-2 0,0-4 0,1-3 0,0-8 0,1-7 0,1-10 0,4-4 0,3 3 0,2 7 0,0 11 0,-4 8 0,-2 7 0,-3 2 0,1-1 0,2-5 0,3-6 0,1-2 0,0 2 0,-1 5 0,-1 6 0,-2 4 0,1 4 0,-2 2 0,-1 3 0,0 2 0,-1 6 0,0 8 0,0 9 0,-4 8 0,1-17 0,-2 0 0,0 0 0,-1-1 0,-6 17 0,3-11 0,4-10 0,3-8 0,1-1 0,-1 0 0,-2 4 0,-1 2 0,1-1 0,3-2 0,1-5 0,2-3 0,2-3 0,5 2 0,5 2 0,5 1 0,4 0 0,1-1 0,0-2 0,-1-1 0,-2-1 0,-1-1 0,1 0 0,-1-2 0,2-3 0,2-2 0,-1-2 0,0 0 0,-1 2 0,-3 1 0,-4 2 0,-5 2 0,-4 1 0,-3 0 0,-1 1 0</inkml:trace>
  <inkml:trace contextRef="#ctx0" brushRef="#br0" timeOffset="33132">5972 5112 24575,'12'0'0,"7"0"0,8 0 0,8 0 0,4 2 0,1 3 0,-1 3 0,-4 2 0,-1 0 0,-3-1 0,-1-2 0,-3-1 0,-2-2 0,-1 0 0,0 0 0,2 0 0,2 0 0,3 2 0,5 0 0,3 2 0,2 1 0,-20-4 0,0-1 0,1 1 0,-1 0 0,1-1 0,-1 1 0,2 0 0,0 0 0,4 1 0,0 0 0,1 1 0,2 0 0,0 1 0,1 0 0,0 0 0,0 1 0,-1 0 0,-1 0 0,1 0 0,0 0 0,-1 0 0,-1 0 0,0 0 0,0 0 0,-1 0 0,-1 0 0,-1-1 0,0 0 0,0 0 0,-1 0 0,-2 0 0,1-1 0,-1 0 0,0 0 0,-1-1 0,-1 1 0,21 6 0,0-1 0,-21-7 0,1 1 0,2 0 0,0-1 0,2 2 0,2-1 0,2 1 0,2 0 0,4 1 0,1 0 0,3 0 0,1 0 0,-12-2 0,0 0 0,1 0 0,-1 0 0,1 0 0,0 0 0,1 1 0,-1-1 0,1 1 0,0-1 0,0 1 0,0-1 0,-1 1 0,0-1 0,0 0 0,12 3 0,0 0 0,-3 1 0,0-1 0,-1 1 0,-1 0 0,0 1 0,0 0 0,0-1 0,0-1 0,0 1 0,-1-1 0,-1-1 0,0 0 0,-2 0 0,0 0 0,-3-1 0,-1 0 0,-3 0 0,0 0 0,-3 0 0,-1-1 0,18 8 0,-1-1 0,-2 1 0,0 1 0,-17-6 0,1 0 0,1 2 0,0 0 0,1 1 0,0 1 0,0 1 0,-1 0 0,0-1 0,-1 1 0,0 0 0,-1 1 0,0-1 0,0 1 0,-1-1 0,0 1 0,0-1 0,0 0 0,-1-1 0,1 0 0,-1-1 0,1 1 0,0-1 0,1 1 0,-1-1 0,0 0 0,1 1 0,-1-1 0,0 0 0,0 1 0,16 12 0,-5-1 0,-5-2 0,-4-5 0,-6-4 0,-4-4 0,-4-4 0,-3-2 0,-5-3 0,-8 0 0,-8-3 0,-8-3 0,-6-4 0,-3-4 0,-1 0 0,-2-1 0,-1-1 0,1 2 0,3 1 0,4 4 0,4 2 0,1 2 0,3 0 0,5 2 0,4 0 0,5 1 0,7 0 0,11 4 0,13 2 0,17 7 0,-14-4 0,2 1 0,3 1 0,0 1 0,2 1 0,-1 1 0,-1-1 0,-1 1 0,-3 0 0,0 0 0,-3-1 0,-2-1 0,13 8 0,-9-4 0,-8-4 0,-6-4 0,-4-3 0,-3-6 0,-1-7 0,-3-6 0,0-4 0,0-2 0,0 1 0,-2-1 0,-4-1 0,-5-1 0,-3 0 0,-1 2 0,3 2 0,0 0 0,1 1 0,1 1 0,0 1 0,0 2 0,1-1 0,-4 0 0,-4-3 0,-5-4 0,-5-3 0,-1-1 0,2 3 0,4 6 0,4 4 0,4 3 0,3 2 0,0 0 0,3 3 0,2 1 0,2 1 0,1 1 0,-1-1 0,1 0 0,-1 0 0,3 3 0,0 0 0</inkml:trace>
  <inkml:trace contextRef="#ctx0" brushRef="#br0" timeOffset="43933">2070 7151 24575,'12'0'0,"8"0"0,6 0 0,7 0 0,3 0 0,-3 0 0,0 0 0,-4 0 0,-2 0 0,2 0 0,9 0 0,-12-1 0,2 0 0,6-1 0,2 0 0,6-1 0,1 0-232,-12 0 0,0-1 1,1 1 231,1 0 0,0-1 0,0 1 0,1 0 0,0 0 0,-1 0 0,1 0 0,1 0 0,-1 1 0,1 0 0,1 0 0,0 0 0,3 1 0,0-1 0,1 0-444,-7 1 0,0 1 0,0-1 0,2 0 444,2 0 0,1 1 0,1-1 0,-1 1 0,3-1 0,1 1 0,-1 0 0,1-1 0,-1 1 0,1 0 0,0 0 0,-1 0 0,-3 0 0,1 0 0,-1 0 0,-2 0 0,8 0 0,-1 0 0,-2 0 0,-8 0 0,-1 0 0,-2 0 0,5 1 0,-4-1 0,9 2 0,-19-1 0,-12 0 0,-5-1 0</inkml:trace>
  <inkml:trace contextRef="#ctx0" brushRef="#br0" timeOffset="74714">11155 9851 24575,'32'2'0,"7"-1"0,-14-1 0,1 0 0,2 0 0,2 0 0,-1 0 0,1 0 0,-1 0 0,1 0 0,-2 0 0,0 0 0,-3 0 0,0 0 0,-3 0 0,0 0 0,19 0 0,0 0 0,-19 0 0,2 0 0,0 0 0,1 0 0,1 0 0,0 0 0,0 0 0,-1 0 0,-2 0 0,-1 0 0,0 0 0,-1-1 0,20-2 0,0-2 0,-19 2 0,-1-1 0,21-2 0,-3 0 0,-4 2 0,-6 2 0,-6 1 0,-4 1 0,-3 0 0,-3 0 0,-3 0 0,-3-1 0,-4 1 0,-2-1 0</inkml:trace>
  <inkml:trace contextRef="#ctx0" brushRef="#br0" timeOffset="78815">4115 9961 24575,'13'0'0,"4"0"0,14 0 0,11 0 0,-16 0 0,1 0 0,4 0 0,0 0 0,-1 0 0,-1 0 0,-1 0 0,-2 0 0,-3 0 0,-1 0 0,15 0 0,-3 0 0,0 0 0,1 0 0,2 0 0,1 0 0,0 0 0,-1 0 0,-5 0 0,-8 0 0,-8 0 0,-6 0 0,-6 0 0,-1 0 0</inkml:trace>
  <inkml:trace contextRef="#ctx0" brushRef="#br0" timeOffset="81682">5872 9833 24575,'22'0'0,"5"0"0,9 0 0,6 0 0,-20 0 0,1 0 0,0 0 0,0 0 0,-1 0 0,0 0 0,18 0 0,-2 0 0,-2 0 0,0 0 0,1 0 0,2 0 0,4 0 0,-20 0 0,0 0 0,2 0 0,0 0 0,0 0 0,-1 0 0,2 0 0,-1 0 0,0 0 0,1 0 0,-2 0 0,0-1 0,1 0 0,0 1 0,0-1 0,0 0 0,0 0 0,0 0 0,0 0 0,1 0 0,-2 0 0,0-1 0,-1 0 0,0 0 0,-1-1 0,0 1 0,0-1 0,-1 0 0,1 0 0,-1 0 0,2 0 0,0-1 0,1 1 0,0-1 0,1 1 0,0-1 0,-1 1 0,1 0 0,-1-1 0,0 1 0,0-1 0,0 0 0,2 0 0,1 0 0,0-1 0,2 1 0,1 0 0,2-1 0,0 1 0,1-1 0,-1 1 0,0 0 0,0-1 0,0 1 0,-3 0 0,0 0 0,-1 0 0,0 0 0,-1 1 0,0-1 0,-1 2 0,-1-1 0,-1 1 0,0 0 0,-1 0 0,-1 1 0,0 0 0,-1-1 0,21-1 0,-1 1 0,0-1 0,-2 0 0,2 1 0,-4-1 0,-1 1 0,-4 1 0,-3-2 0,0 2 0,0 0 0,3 0 0,2 1 0,2 0 0,0 0 0,2 0 0,0 0 0,-2 0 0,0 0 0,-2 0 0,2 0 0,4 0 0,-17 0 0,2 0 0,1 0 0,0 0 0,3 0 0,0 0 0,1 0 0,0 0 0,-2 0 0,-1 0 0,0 0 0,0 0 0,-3 0 0,0 0 0,-1 0 0,0 0 0,0 0 0,1 0 0,1 0 0,1 0 0,1 0 0,1 0 0,2 0 0,0 0 0,0 0 0,-1 1 0,1 0 0,-1 1 0,-1 0 0,0 1 0,-2-1 0,0 1 0,-2 1 0,1-1 0,-2 0 0,-1 0 0,21 2 0,-4 0 0,-5-1 0,-6 1 0,-7-2 0,-7 0 0,-5-1 0,-5-2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51:46.645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4230 5636 24575,'14'0'0,"4"0"0,5 0 0,3 0 0,4 0 0,-2 0 0,-1 0 0,1 0 0,3 0 0,10 0 0,-16 0 0,3 0 0,5 0 0,2 0 0,7 0 0,1 0-302,-11 0 1,0 0-1,2 0 302,1 0 0,2 0 0,0 0 0,1-1 0,0 0 0,1 0 0,-1-1 0,1 0 0,-2-1 0,-1 0 0,-1 0 0,0-1 0,-3 0 0,0 0 0,0-1-70,-3 1 0,0-1 0,-1 1 70,12-2 0,-1 0 0,2 0 0,0 1 0,-2 0 0,1 0 0,-2 2 0,1 0 0,-2 1 0,1 1 0,-3 0 0,-1 0 0,-1 1 0,-1 0 0,-2 0 0,0 1 0,-3 0 0,-1 0 0,-1 1 0,0 1 447,-1 0 1,0 1-448,2 0 0,-1 0 110,2 1 0,-1 0-110,0-1 0,-1 1 0,-1-1 0,-2 0 0,18 3 0,-8-2 0,-4-2 0,-3 0 0,0-2 0,2-1 0,1 0 0,2 0 0,3 0 0,7 0 0,-16 0 0,0 0 0,3 0 0,0 0 0,0 0 0,0 0 0,-3 0 0,-1 0 0,13 0 0,-13 0 0,-10-1 0,-8 0 0,-4-1 0,-2 1 0,0 0 0</inkml:trace>
  <inkml:trace contextRef="#ctx0" brushRef="#br0" timeOffset="7983">5786 5788 24575,'20'0'0,"-1"0"0,-1 0 0,-2 0 0,-3 0 0,-5 1 0,-1 0 0,2 0 0,8 0 0,15 2 0,-7-1 0,2 0 0,6 1 0,2 1 0,5-1 0,0 0 0,2 0 0,0 0 0,-1 1 0,0 0 0,-2-1 0,0 1 0,-2 1 0,0 0 0,-3 0 0,1-1 0,-1 1 0,1-1 0,2 2 0,-1 1 0,3 0 0,0 0 0,-10-1 0,0 0 0,1 0-186,0 1 1,1-1-1,0 1 186,1-1 0,0 1 0,-1 0 0,2-1 0,0 0 0,-1 0 0,0 1 0,0-1 0,0 0 0,1 0 0,-1 1 0,1 0 0,1 1 0,0-1 0,1 1 0,0 1 0,1 0 0,-1 0 0,-1 0 0,0 0 0,0 0 0,-1 0 0,1 1 0,-1-1 0,-1 1 0,0-1 0,-1 1 0,0-1 0,-1 1 0,1 0 0,2 1 0,0 0 0,-1 1 0,-2-1 0,0 0 0,1 0 0,-1 1 0,1 1 0,0-1 0,0 2 0,0-1 0,0 1 0,0 0 0,-1 0 0,1 0 0,1 2 0,0-1 0,0 1 0,0 0 0,-1 1 0,0 0 0,0 0 0,-1 1 0,-1 0 0,-1 0 0,0-1 0,-2 1 0,-1 0 0,0-1 0,-1 1 0,10 6 0,-1-2-8,-1-1 0,-1-2 8,1-1 0,-1-2 0,-1-1 0,0-1 0,-2 0 0,1-1 0,-2 0 0,1 0 0,-1-1 0,0 1 278,1 0 0,-1 1-278,-1-1 0,0 1 8,0 1 1,-1-1-9,-1 1 0,-1 0 0,-2-2 0,0 1 0,13 9 0,-9-5 0,-8-6 0,-7-4 0,-5-4 0,-9-4 0,-13-6 0,-15-4 0,10 2 0,-2 0 0,-2-2 0,-2 0 0,-1 1 0,-1 0 0,0 0 0,0 1 0,0 1 0,0 1 0,1-1 0,1 0 0,1 1 0,1 0 0,-5-3 0,1 1 0,-6-4 0,-2-1 0,27 8 0,8 2 0,12 3 0,16 3 0,-5 1 0,2 0 0,6 3 0,3 0 0,6 2 0,1 1 0,1 0 0,0 1 0,-1-1 0,0 0 0,-4-1 0,-1 1 0,-7-3 0,-2 1 0,14 3 0,-14-2 0,-12-4 0,-5-2 0,-3-2 0,3 1 0,8 3 0,7 4 0,5 4 0,-4-2 0,-6-3 0,-9-5 0,-5-8 0,-6-6 0,-6-9 0,-4-4 0,-4-1 0,-2 0 0,-6-3 0,10 13 0,0-1 0,-2-1 0,-1-1 0,-1 0 0,0-1 0,0 0 0,-1 0 0,0-1 0,1 1 0,0 0 0,-1 1 0,3 2 0,0 1 0,-11-9 0,9 7 0,10 10 0,5 3 0</inkml:trace>
  <inkml:trace contextRef="#ctx0" brushRef="#br0" timeOffset="12749">3159 7626 24575,'0'19'0,"0"8"0,0 13 0,0-16 0,0 1 0,-1 5 0,0 0 0,-1 3 0,-1 1 0,-1-1 0,0 0 0,-1 2 0,0 0 0,0-2 0,0-1 0,0-1 0,0 0 0,1-1 0,-1-1 0,1 0 0,-1-1 0,1-1 0,-1-1 0,1-2 0,1 0 0,-1-1 0,0 0 0,1-1 0,0 1 0,1-2 0,0 1 0,-3 19 0,1-2 0,1-1 0,0 1 0,-1 3 0,2-21 0,0 1 0,0-1 0,-1 1 0,-1 19 0,1-5 0,0-4 0,1-6 0,1-6 0,1-5 0,0-5 0,0-5 0,-1-5 0,-4-8 0,-5-10 0,-4-8 0,-6-6 0,-3-3 0,10 15 0,0 1 0,0 0 0,-1 1 0,-9-14 0,6 9 0,7 10 0,10 11 0,9 12 0,13 16 0,-7-7 0,2 3 0,3 3 0,0 1 0,0 1 0,0-1 0,-1-1 0,-2-2 0,-4-4 0,0-1 0,6 9 0,-7-9 0,-1-3 0,1-2 0,-1-1 0,-2-2 0,-1-5 0,-1-1 0,4-3 0,7-8 0,8-10 0,5-12 0,-15 10 0,-1-2 0,-2 1 0,0 0 0,7-15 0,-7 8 0,-5 11 0,-5 9 0,-1 4 0</inkml:trace>
  <inkml:trace contextRef="#ctx0" brushRef="#br0" timeOffset="22748">3939 10206 24575,'10'0'0,"7"0"0,7 0 0,11 0 0,5 0 0,-18 0 0,-1 0 0,2 0 0,-2 0 0,21 0 0,-3 0 0,-4 0 0,-2 0 0,-4 0 0,-1 0 0,-1 0 0,0 0 0,1 0 0,0 0 0,0 0 0,-2 0 0,-4 0 0,-6 0 0,-5 0 0,-4 0 0,-1 0 0,3 0 0,11 0 0,12 0 0,-9 0 0,1 0 0,4 0 0,1 0 0,0 0 0,1 0 0,-1 0 0,0 0 0,-2 0 0,-1 0 0,-3 0 0,1 0 0,-2 0 0,0 0 0,20 0 0,1 0 0,0 0 0,-2 0 0,-1 0 0,1 0 0,1 0 0,-20 0 0,0 0 0,1 0 0,1 0 0,0 0 0,1 0 0,0 0 0,0 0 0,1 0 0,-1 0 0,0 0 0,0 0 0,0 0 0,0 0 0,1 0 0,-1 0 0,0 0 0,-1 0 0,1 0 0,-1 0 0,-1 0 0,1 0 0,-2 0 0,-1 0 0,21 0 0,-2 0 0,-4 0 0,-1 0 0,-2 0 0,-2 0 0,1 0 0,0-1 0,3 0 0,0 0 0,-1 0 0,-2 0 0,-4 1 0,-4 0 0,-7 0 0,-5 0 0,-7 0 0,-2 0 0</inkml:trace>
  <inkml:trace contextRef="#ctx0" brushRef="#br0" timeOffset="27566">3854 9559 24575,'12'0'0,"9"0"0,15 0 0,-11 0 0,2 0 0,4 0 0,1 0 0,2 0 0,1 0 0,1 0 0,0 0 0,1 0 0,-1 0 0,0 0 0,0 0 0,2 0 0,-1 0 0,0 0 0,-1 0 0,1 0 0,0 0 0,0 0 0,1 0 0,-3 0 0,1 1 0,-2 0 0,1 1 0,-4-1 0,0 1 0,-2-1 0,0 1 0,-2-1 0,0-1 0,-1 0 0,0 0 0,-1 0 0,0 0 0,-3 0 0,0 0 0,17 0 0,-5 0 0,-3 0 0,1 0 0,3 0 0,3 2 0,3-1 0,-1 0 0,-6 0 0,-7-1 0,-10 0 0,-5 0 0,-7 0 0,-1 0 0</inkml:trace>
  <inkml:trace contextRef="#ctx0" brushRef="#br0" timeOffset="45249">14575 2834 24575,'0'36'0,"0"0"0,0-8 0,0 1 0,0 1 0,0 8 0,0 2 0,0 0-776,0 1 1,0 1 0,0 0 775,0-2 0,0 0 0,0-1 0,0-1 0,0 0 0,0-1 79,0-4 0,0 1 1,0-2-80,0-2 0,0-1 0,0-1 0,0 10 0,0-2 250,0-6 1,2-1-251,-1-7 0,0-1 0,2 10 0,3-3 1173,1 10-1173,-1-14 0,-1 2 207,2 3 0,-1-1-207,0-3 0,0-1 0,3 10 0,-4-15 0,-1-11 0,-1-5 0,1-3 0,3 0 0,11-1 0,17-4 0,-9 0 0,2 0 0,7-2 0,3 0 0,-10 1 0,1 1 0,0 0-207,2 0 0,1 1 1,0 1 206,1 0 0,1 1 0,0 1 0,1-1 0,1 1 0,0 1 0,2-1 0,0 2 0,1-1-361,1 0 0,0 0 1,0 0 360,0 0 0,-1 0 0,-1 0 0,-1 0 0,-1 0 0,-1 0-120,-2 0 0,-2 0 1,0 0 119,-2 0 0,0 0 0,0 0 0,13 0 0,0 0 0,0 0 0,0 0 0,1 0 0,-1 0 0,0 0 0,0 1 0,-1-1 0,0 1 0,-3 1 0,0 1 0,-1 0 0,-1 0 0,-2 1 0,0 0 0,-1 1 0,0 0 287,-2 0 1,1-1-288,-3 0 0,-1 0 547,-2-1 0,-2-1-547,-1 0 0,-2 0 392,20 1-392,1-1 0,-20 0 0,1 0 0,1 0 0,0 1 0,-1 0 0,1 1 0,17 4 0,-9 0 0,-11-4 0,-8-1 0,-6-3 0,-3-2 0,-2-4 0,-2-8 0,0-9 0,0-7 0,-1-3 0,-3-2 0,-4-6 0,2 17 0,-1 0 0,-2-5 0,0-1 0,-1-2 0,-1 1 0,0-1 0,-1 0 0,1 2 0,0 1 0,0 3 0,1 0 0,1 3 0,0 1 0,2 2 0,-1 0 0,1-2 0,-1 0 0,0-2 0,0 0 0,-1-3 0,0-1 0,0-2 0,1 1 0,0 1 0,1 1 0,0 2 0,1 0 0,-5-16 0,2 5 0,1 3 0,0 2 0,2 0 0,0 5 0,2 3 0,1 3 0,0 4 0,1 3 0,0 3 0,0 4 0,1 2 0,0 0 0,0 0 0,1-2 0,0-1 0,0-2 0,0-2 0,0-1 0,0-3 0,0-2 0,0-1 0,0 2 0,0 3 0,0 4 0,0 3 0,-1 2 0,-2 2 0,-5 1 0,-8-1 0,-8-1 0,-7 0 0,-4 0 0,-1 2 0,3-2 0,4 0 0,4 1 0,3-2 0,0 2 0,-2 0 0,-1 0 0,-1 0 0,1 0 0,1 0 0,0 1 0,-1 0 0,-1 1 0,1 0 0,0 0 0,2 0 0,1-1 0,1 0 0,1-1 0,-1 0 0,0 1 0,-1 0 0,0 1 0,-1 0 0,-1 0 0,-1 0 0,-1 0 0,1 0 0,1 2 0,1 0 0,2 0 0,0-1 0,2 0 0,1-1 0,0 0 0,0 0 0,-1 0 0,-2 0 0,-2 0 0,-2 1 0,-5 3 0,-6 2 0,-4 3 0,-1 0 0,5-1 0,9-3 0,7-1 0,9-3 0,4-2 0,3-2 0,2 0 0,1-1 0,-1-1 0,0-2 0,-2 0 0,0-1 0,0 0 0,-1 0 0,0 0 0,0 0 0,0 0 0,-1-1 0,1-1 0,0 1 0,0 1 0,0 1 0,1 1 0,0-1 0,0 1 0,-1 0 0,0-1 0,-1 0 0,-1-1 0,1 0 0,-2 0 0,2 1 0,0 0 0,0 1 0,0 0 0,0 2 0,1 1 0,-1 0 0,1 1 0,-1 1 0,0-1 0,-1 0 0,-3-1 0,-1 1 0,-1 0 0,1 1 0,1 0 0,2 0 0,3 0 0,-1 0 0,-2-1 0,-3 1 0,-2-1 0,0 1 0,-1 1 0,0 0 0,-1-1 0,0 0 0,-1 0 0,-1 0 0,0 1 0,0 0 0,1 0 0,3 0 0,0 0 0,2 0 0,-2 0 0,-1 0 0,-2 0 0,-3 0 0,-2 0 0,-1 1 0,1 1 0,1 0 0,1 1 0,2-1 0,1 0 0,2-1 0,1-1 0,2 0 0,3 0 0,2 1 0,2 0 0,0 0 0,-2 1 0,-2 0 0,-3 2 0,-1 1 0,1 1 0,3-1 0,2 0 0,3-2 0,0 1 0,-2 1 0,-2 2 0,-2 2 0,-1 0 0,1 1 0,3-2 0,2-3 0,0 0 0,-1 0 0,-3 1 0,-2 3 0,-2 1 0,2 0 0,2-2 0,2-1 0,3 0 0,0 0 0,-1 1 0,0 2 0,0 1 0,1 2 0,1 2 0,2 1 0,0 1 0,0-3 0,0-2 0,0-1 0,0-3 0,0-4 0,0-2 0</inkml:trace>
  <inkml:trace contextRef="#ctx0" brushRef="#br0" timeOffset="48501">14532 3268 24575,'-18'0'0,"-9"0"0,-9 0 0,14 0 0,-1 0 0,-3 0 0,-1 0 0,-1 1 0,1 1 0,-3 2 0,-1 1 0,0 1 0,1 2 0,0 0 0,1 1 0,1 0 0,1 0 0,2 0 0,-1-1 0,1 2 0,0-1 0,-1 1 0,-1 1 0,-1 1 0,-2 1 0,-2 2 0,0 1 0,-2 1 0,0 0 0,-1 2 0,0 1 0,3-1 0,0 1 0,2 0 0,2-1 0,2 0 0,1 0 0,2 0 0,0 0 0,1 0 0,0 0 0,-1 1 0,-1 1 0,0 2 0,-2 0 0,-2 1 0,0 1 0,0 1 0,-1 0 0,1 1 0,-1 1 0,2 0 0,1 1 0,1 0 0,1 1 0,1 0 0,1-1 0,1-1 0,2 0 0,2-2 0,0 0 0,3-3 0,0 0 0,2-2 0,1 0 0,-7 16 0,3 1 0,8-18 0,0 1 0,-1 0 0,1 1 0,0 0 0,-1 1 0,0 0 0,0-1 0,0 0 0,0 0 0,-6 18 0,1-4 0,2-6 0,1-6 0,2-3 0,1-2 0,2-2 0,0 0 0,1-3 0,1-3 0,1-4 0,1-5 0,1-12 0,0-5 0,0-13 0,0-5 0,0-7 0,0-2 0,0 3 0,0 3 0,0 4 0,0 3 0,0-1 0,0-1 0,0 0 0,0 2 0,0 3 0,0 7 0,0 8 0,0 9 0,0 12 0,0 12 0,0 12 0,0 9 0,0-21 0,0-1 0,1 21 0,1-5 0,0-2 0,1-2 0,0-3 0,-1-4 0,1-2 0,-2-8 0,1-4 0,-1-5 0,0 0 0,0 1 0,0 0 0,0 5 0,1 1 0,0 2 0,-1-2 0,1-4 0,0-4 0,1-3 0,3-2 0,3-2 0,6-2 0,6-1 0,5-3 0,1-1 0,1-1 0,-1 0 0,-3-1 0,-3 2 0,-4 1 0,-2 1 0,0 0 0,2-1 0,1 0 0,-3 1 0,-3 1 0,-3 2 0,-3 2 0,-3 1 0,-1 0 0</inkml:trace>
  <inkml:trace contextRef="#ctx0" brushRef="#br0" timeOffset="50597">15663 3332 24575,'-9'0'0,"1"0"0,1 0 0,-1 2 0,-2 2 0,-2 2 0,1 2 0,0 0 0,0 0 0,2 0 0,-1 1 0,0-1 0,-1 0 0,-1 1 0,0-1 0,1 0 0,3 0 0,3-2 0,3-2 0,1 0 0,0 1 0,-2 4 0,-1 5 0,-2 4 0,1 3 0,1-1 0,1-3 0,2-3 0,1-1 0,0 1 0,0-1 0,2 3 0,2 0 0,4 0 0,3 0 0,1-1 0,2-2 0,2-1 0,1-1 0,-1-1 0,-2-3 0,-3-2 0,-2-2 0,-1-3 0,1 0 0,0 0 0,1 0 0,2 0 0,0 0 0,-5 0 0,-1 0 0</inkml:trace>
  <inkml:trace contextRef="#ctx0" brushRef="#br0" timeOffset="51383">15978 3684 24575,'0'0'0</inkml:trace>
  <inkml:trace contextRef="#ctx0" brushRef="#br0" timeOffset="52016">15978 3474 24575,'0'0'0</inkml:trace>
  <inkml:trace contextRef="#ctx0" brushRef="#br0" timeOffset="53749">15986 3282 24575,'10'0'0,"0"0"0,2 0 0,0 0 0,0 0 0,-3 1 0,1 1 0,-4 1 0,2 2 0,1 1 0,4 2 0,5 5 0,3 1 0,1 3 0,0 1 0,1 3 0,1 2 0,1 2 0,-1 1 0,1 0 0,-1-2 0,-1-1 0,-2-2 0,-1-1 0,-1-2 0,1-1 0,-1 0 0,0 0 0,-1 1 0,-1-2 0,-3-3 0,-3-3 0,-2-2 0,-1 1 0,0 0 0,-1-1 0,-1-2 0,-4-4 0,-1 0 0</inkml:trace>
  <inkml:trace contextRef="#ctx0" brushRef="#br0" timeOffset="55213">16773 3716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17T19:54:53.3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13761 2702,'0'30,"0"0,0 0,0 5,0 2,0 0,0-4,0 1,0 0,0 1,0 2,0 0,0 0,0 0,0 0,0 0,0 0,0-1,0 7,0-2,0 0,0-6,0 0,0-3,0 9,0-4,0-11,0-2,0 11,0-16,0-3,0 5,0 6,0 2,0-6,0-7,1-8,25-16,1-1,-1-1,3 1,-4 1,1 2,1 0,0 0,1 1,0 1,-1 0,0 0,-1 1,0 0,1 1,0 0,0 1,0 0,0 0,0 1,0 0,0 0,-1 0,0 0,0-1,-1 0,0 0,0 0,0-1,1 0,-1-1,0 0,-1 1,0 0,-3 1,1 0,17-1,1 2,-19 1,1-2,2 1,1-1,1 0,1 1,3-1,1 0,1 0,1 1,0 0,-1 0,-1 0,-1 0,-6 0,-2 0,12 0,-13 0,-12 0,-5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19:55:00.944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13766 2545 24575,'22'0'0,"1"0"0,5 0 0,-2 0 0,-3 0 0,-5 0 0,-1 0 0,2 0 0,2 0 0,4 0 0,1 0 0,-1 0 0,2 0 0,1 0 0,4 0 0,0 0 0,0 0 0,-6 0 0,-7 0 0,-6 0 0,-6 0 0,-3 2 0,0 5 0,-1 6 0,2 6 0,-1 7 0,0 0 0,-2 1 0,1-2 0,-1-1 0,0 0 0,-1-3 0,0-3 0,0-4 0,1-4 0,0-2 0,-1 0 0,1 0 0,-1 1 0,2-2 0,0-4 0,0-2 0,3-1 0,3 0 0,8 0 0,8-1 0,6-1 0,3-2 0,2 0 0,1-1 0,4-2 0,-19 2 0,1 0 0,1 0 0,1-1 0,0 1 0,0 0 0,-2 0 0,0 1 0,17-2 0,-4 3 0,0 2 0,2 1 0,5 0 0,-20 0 0,0 0 0,-1 0 0,1 0 0,20 0 0,-6 0 0,-5 0 0,-4 0 0,-4 0 0,-2 0 0,-3 0 0,0 0 0,1 0 0,2 0 0,3 0 0,0 0 0,-1 0 0,-4 0 0,-5 0 0,-4 0 0,-3 0 0,-3 2 0,-3 7 0,-1 14 0,-1-3 0,0 3 0,0 8 0,0 2 0,0 8 0,0 3-300,0-11 1,0 0-1,0 0 300,0 3 0,1 0 0,0 1 0,0-1 0,1 1 0,1-1 0,1-3 0,0 0 0,1 0-11,1-4 1,1 0-1,0-2 11,3 9 0,1-2 0,-2-7 0,0-2 0,5 14 0,-5-13 0,-4-9 897,-1-6-897,-3-4 34,0-1-34,-1-1 0,-1 1 0,-2-1 0,-2 2 0,-1 2 0,-3 3 0,-5 3 0,-5 1 0,-3-1 0,1-2 0,2-2 0,3-1 0,4 0 0,-1 2 0,2-1 0,2-1 0,1-2 0,4-3 0,1-2 0,1-2 0,-1 0 0,-2-1 0,-2 1 0,-2 0 0,-2 1 0,5-2 0,1 0 0</inkml:trace>
  <inkml:trace contextRef="#ctx0" brushRef="#br0" timeOffset="3114">13923 3305 24575,'-28'0'0,"4"0"0,-3 0 0,-3 0 0,-4 0 0,-2 0-820,4 0 1,-2 0 0,-1 0 0,-1 0 638,-5 0 1,-1 0-1,-1 0 1,0 0-199,6 0 1,0 0-1,-1 0 1,0 0 0,0 0 378,1 0 0,-1 0 0,0 0 0,1 0 0,-1 0 0,-2 0 0,1 0 0,0 0 0,-1 0 0,1 0 0,0 0 0,-1 0 0,1 0 0,0 0 0,0 0 0,-2 0 0,1 0 0,-1 0 0,0 1 0,0-1-283,-1 1 0,1-1 0,-1 1 0,-1 0 0,1 1 283,4-1 0,0 0 0,0 1 0,0 0 0,-1 0 0,0 0-431,-2 0 1,0 0 0,-1 1-1,0-1 1,0 1 0,0 0 430,1 0 0,-1 0 0,1 0 0,-1 0 0,1 0 0,0 0 0,0 0 0,-1 0 0,1 1 0,0-1 0,1 0 0,0 0-82,2 0 0,0 0 1,1 0-1,0-1 1,1 1-1,0 1 82,-4-1 0,1 1 0,0 0 0,1-1 0,0 1 96,3 0 0,0 0 1,0 0-1,1 0 1,0 0-97,-4 1 0,0 0 0,1 0 0,1 1 0,1-1 0,0 1 0,1 0 0,-1 1 0,1-1 0,0 1 0,0 0 0,0 0 0,-1 1 0,0 0 0,0 0 0,0 1 0,-1 0 0,0 0 0,0 1 0,0 0 0,0 1 0,-1 0 0,1 0 0,-1 0 0,2 1 0,-1-1 0,1 1 0,-1 1 0,2 0 0,-1 0 0,1 0 0,1 0 367,2 0 0,0 0 1,1 0-1,1 0-367,-8 4 0,1 0 0,1 0 0,4-1 0,0 0 0,2-1 951,2-1 0,2 0 1,0 0-952,-9 5 0,1 1 1258,4-2 0,1 0-1258,1 0 0,0 0 908,1 1 1,1-1-909,0 1 0,1 0 562,0-1 0,0 0-562,2-1 0,0 0 58,1-1 0,1-1-58,1 0 0,0-1 0,-15 11 0,3-1 0,2-3 0,4-3 0,7-3 0,5-5 0,7-3 0,2-1 0,-1 0 0,-3 3 0,-3 2 0,1-1 0,2-1 0,3-4 0,3-6 0,2-5 0,0-8 0,3-15 0,2 9 0,2-3 0,5-5 0,1-2 0,5-2 0,1 0 0,1 0 0,2 1 0,-3 4 0,-1 2 0,-3 5 0,-2 3 0,6-5 0,-10 14 0,-7 7 0,-7 7 0,-7 6 0,-5 7 0,-7 7 0,-4 3 0,-2 2 0,4-5 0,6-6 0,8-6 0,6-6 0,3-1 0,0 1 0,-3 4 0,-3 6 0,-2 3 0,3-2 0,1-4 0,4-5 0,1 1 0,0 10 0,-3 10 0,0-10 0,0 0 0,-1 1 0,-1-1 0,-4 13 0,2-12 0,7-10 0,8-8 0,15-6 0,18-8 0,-10 0 0,1-1 0,9-4 0,1-2-195,-12 5 0,0-1 0,1 0 195,0 0 0,0 0 0,0 0 0,-2 0 0,0 1 0,-1 0 0,8-3 0,-3 1 0,-6 3 0,-2 1 0,8-2 0,-15 5 0,-8 4 0,-5 2 0,-1 1 0</inkml:trace>
  <inkml:trace contextRef="#ctx0" brushRef="#br0" timeOffset="8066">4614 4966 24575,'7'0'0,"-1"0"0,-1 0 0,1 0 0,3 0 0,6 0 0,4 0 0,0 0 0,-2-2 0,-4 0 0,-5-1 0,-2 1 0,5 2 0,7 0 0,11 0 0,9 0 0,4 0 0,0 0 0,-2 0 0,1 0 0,-19 0 0,0 0 0,2 0 0,1 0 0,3 0 0,0 0 0,2 0 0,2 0 0,1 0 0,0 0 0,2 0 0,0 0 0,-1 0 0,1 0 0,0 0 0,1 0 0,1 1 0,0 0 0,2 0 0,0 0 0,3 1 0,0 0 0,-13 0 0,0 0 0,0 0-171,2 1 1,-1 0 0,1-1 170,0 2 0,1-1 0,-1 1 0,-1 0 0,0-1 0,0 2 0,1-1 0,1 1 0,-1 1 0,1-1 0,0 1 0,0 1 0,0 0 0,0 1 0,1 1 0,1 0 0,0 2 0,0 0 0,0 0 0,-1 1 0,1 1-327,0 0 0,2 1 0,-1 0 327,0 1 0,0-1 0,0 2 0,0-1 0,0 1 0,-1 0 0,-2 0 0,-1 1 0,1-1 0,-2 1 0,0 1 0,-1-1 0,0 1 0,0 1 0,-1 0 0,-1 0 0,1 1 0,-1 0 0,-1 0 0,0 1 0,-1 0-119,-1-1 1,-1 1 0,0 0 118,-2-1 0,0 1 0,-1 0 0,0 0 0,-1 0 0,0 1 0,1 0 0,-1 0 0,1 0 0,-1 0 0,1 1 0,0 0 0,0 0 0,0 1 0,1 0 0,-1 0 0,0 1 0,0-1 0,-1 1 0,0 0 0,0 0 0,0 2 0,0-1 0,0 1 0,-2-1 0,0 0 0,-1 0 0,-1-1 0,0-1 0,0 1 0,6 12 0,0-1 0,-2-1 0,-2 0 0,1-1 0,-1 1 0,0 1 0,-1 0 0,0-1 0,0 0 0,0 0 0,0 1 0,1 1 0,1 1 0,-1-1 0,0 1 0,-1-2 0,0 1 0,0 0 0,0 0 0,-1-2 0,-1 1 0,0-3 0,-1 1 0,0-2 0,-2 0 0,-1-6 0,-1 0 238,0-3 0,-2-1-238,5 14 987,-3-9-987,-2-4 384,-1-3-384,0 1 0,-1 0 0,0 0 0,0-3 0,-2-1 0,0 1 0,-1 0 0,-1 0 0,1-1 0,-1-7 0,0-8 0,0-10 0,-1-6 0,0-4 0,0 2 0,0-2 0,0-3 0,-4-6 0,-4-4 0,-8-7 0,2 17 0,-2-1 0,-4-2 0,-2 0 0,-3 0 0,0 1 0,0 1 0,-1 2 0,4 2 0,1 2 0,-12-10 0,8 5 0,9 7 0,6 3 0,7 7 0,11 8 0,13 12 0,-5-4 0,2 2 0,3 3 0,0 0 0,0 1 0,0 0 0,-1-1 0,-1 0 0,-3-1 0,-1-1 0,8 13 0,-7-6 0,-4-5 0,-4-5 0,-2-3 0,-2-1 0,1 2 0,1 0 0,0 1 0,0-1 0,-1-1 0,-1-3 0,-1 0 0,0 0 0,0 1 0,0 0 0,-1-1 0,0-7 0,-1-17 0,-1-15 0,0 10 0,0 0 0,0 0 0,1 0 0,1-13 0,1 11 0,0 6 0,-1 0 0,0-4 0,3-3 0,0-3 0,1 2 0,-1 4 0,-1 3 0,-1 3 0,-1 4 0,-1 2 0,0 7 0,-1 1 0</inkml:trace>
  <inkml:trace contextRef="#ctx0" brushRef="#br0" timeOffset="52580">2767 8401 24575,'33'0'0,"9"0"0,-16 0 0,1 0 0,2 0 0,2 0 0,-2 0 0,1 0 0,-3 0 0,0 0 0,-1 0 0,-1 0 0,0 0 0,1 0 0,1 0 0,0 0 0,3 0 0,1 0 0,0 0 0,0 0 0,0 0 0,-1 0 0,0 0 0,0 0 0,-2 0 0,1 0 0,0 0 0,0 0 0,-1 0 0,1 0 0,-1 0 0,0 0 0,0 0 0,0 0 0,-1 0 0,0 0 0,-1 0 0,0 0 0,-1 0 0,1 0 0,-3 0 0,1 0 0,18 0 0,-7 0 0,-9 0 0,-10 0 0,-6 0 0,-6 0 0,-1 0 0</inkml:trace>
  <inkml:trace contextRef="#ctx0" brushRef="#br0" timeOffset="74646">8029 11248 24575,'12'0'0,"8"0"0,14 0 0,-11 0 0,0 0 0,5 0 0,0 0 0,2 0 0,0 0 0,0 0 0,-1 0 0,-1 0 0,0 0 0,-2 0 0,-1 0 0,-1 0 0,0 0 0,-1 0 0,0 0 0,1 0 0,-1 0 0,-1 0 0,0 0 0,0 1 0,-1-1 0,19 2 0,-2-1 0,-4 1 0,-5-1 0,-2 1 0,-3-1 0,-2-1 0,-1 0 0,-2 0 0,-1 0 0,2 0 0,0 0 0,1 0 0,-1 0 0,-1 0 0,-2 0 0,-1 0 0,-2 0 0,-2 0 0,-1 0 0,-2 0 0,-1 0 0,0 0 0,5 0 0,3 0 0,2-1 0,-3-1 0,-3 1 0,-6 0 0,-2 1 0</inkml:trace>
  <inkml:trace contextRef="#ctx0" brushRef="#br0" timeOffset="89412">4314 11310 24575,'21'0'0,"2"0"0,5 0 0,4 0 0,2 0 0,1 0 0,-1 0 0,0 0 0,0 0 0,1 0 0,2 0 0,3 0 0,-17 0 0,0 0 0,1 0 0,0 0 0,0 0 0,0 0 0,-1 0 0,0 0 0,0 0 0,0 0 0,-1 0 0,0 0 0,0 0 0,1 0 0,-1 0 0,1 0 0,1 0 0,0 0 0,0 0 0,1 0 0,1 0 0,-1 0 0,1 0 0,0 0 0,0 0 0,0 0 0,0 0 0,-1 0 0,0 0 0,1 0 0,-3 0 0,0 0 0,18 0 0,-2 0 0,-4 0 0,-1-2 0,-1 1 0,0 0 0,1 0 0,1 1 0,3 0 0,2-1 0,1-1 0,-2-2 0,-6-1 0,-9 2 0,-9-1 0,-6 1 0,-5 2 0,-2-1 0</inkml:trace>
  <inkml:trace contextRef="#ctx0" brushRef="#br0" timeOffset="123195">6982 12420 24575,'12'0'0,"3"0"0,4 0 0,4 0 0,0 1 0,1 1 0,-1 1 0,1 2 0,-1 0 0,-1-1 0,-1 0 0,0-1 0,0 0 0,-1-1 0,1 1 0,-1-1 0,0 1 0,4-1 0,2-1 0,3 1 0,1-1 0,-1 1 0,-3 2 0,-4-1 0,0 0 0,0 0 0,3 1 0,5-1 0,6 1 0,2 0 0,1 0 0,-5-1 0,-5-1 0,-5-1 0,0-1 0,-1 0 0,0 0 0,0 0 0,6 0 0,-6 0 0,6 0 0,-7 0 0,0 0 0,-1 0 0,0-1 0,-2 0 0,-3 0 0,0 0 0,0 1 0,2 0 0,3-1 0,6-1 0,4 1 0,7 0 0,-17 1 0,1 0 0,1 0 0,1 0 0,2 0 0,0 0 0,2 0 0,0 0 0,2 0 0,0 0 0,3 0 0,0 0 0,1 0 0,1 0 0,-1 0 0,1 0 0,1 0 0,-1 0 0,-1 0 0,-1 0 0,0 0 0,-1 0 0,-2 0 0,0 0 0,-4 0 0,0 0 0,-1 0 0,0 0 0,-2 0 0,0 0 0,-1 0 0,0 0 0,21 0 0,-2 0 0,-1 0 0,0-1 0,1-1 0,1-1 0,-21 1 0,1 0 0,1 0 0,0 0 0,1 1 0,0-1 0,-1 1 0,1 0 0,0 0 0,0 0 0,-1 1 0,1-1 0,-2 0 0,0 0 0,1 1 0,-1-1 0,0 0 0,0 1 0,0 0 0,-1 0 0,20 0 0,-4 0 0,-7 0 0,-4 0 0,-4 0 0,-1 0 0,2 0 0,3 0 0,2 0 0,1 0 0,-2 0 0,-4 0 0,-7 0 0,-4 0 0,-7 0 0,-1 0 0</inkml:trace>
  <inkml:trace contextRef="#ctx0" brushRef="#br0" timeOffset="148012">10183 11280 24575,'17'0'0,"4"0"0,5 0 0,3 0 0,1 0 0,2 0 0,1 0 0,3 0 0,0 0 0,-2 0 0,-1 0 0,-2 0 0,-3 0 0,-2 0 0,-2 0 0,-4 0 0,-1 0 0,-4 0 0,-4 0 0,-5 0 0,-2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7T22:01:54.87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8107 7729 24575,'15'0'0,"8"0"0,14 0 0,-15 0 0,0 0 0,1 0 0,0 0 0,0 0 0,0 0 0,0 0 0,1 0 0,1 0 0,0 0 0,1 0 0,1 0 0,1 0 0,-1 0 0,2 0 0,0 0 0,-1 0 0,0 0 0,-1 0 0,1 0 0,-1 0 0,0 0 0,-1 0 0,0 0 0,0 1 0,0 0 0,0 0 0,0 0 0,0 1 0,1-1 0,3 1 0,1-1 0,1 0 0,1-1 0,1 0 0,0 0 0,2 0 0,0 0 0,-1 0 0,1-1 0,0 0 0,2 0 0,2 0 0,1 0 0,0 1 0,0-1 0,0 1 0,0 0 0,-1 0 0,0 0 0,-5 0 0,0 0 0,-1 0 0,-2 0 0,-2 0 0,-2 0 0,-3 0 0,1 0 0,-3 0 0,1 0 0,0 0 0,0 0 0,1 0 0,1 0 0,3 0 0,0 1 0,2 1 0,1 0 0,0 0 0,0 1 0,-1 0 0,0 0 0,-3-1 0,0 0 0,-2 0 0,-1-1 0,-3 0 0,0 1 0,15-1 0,-8 0 0,-5-1 0,-5 0 0,-5 0 0,-4 0 0,-5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446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735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708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077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396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187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118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671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3685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949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951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960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2281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467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1531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177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088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231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401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4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png"/><Relationship Id="rId5" Type="http://schemas.openxmlformats.org/officeDocument/2006/relationships/customXml" Target="../ink/ink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customXml" Target="../ink/ink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customXml" Target="../ink/ink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customXml" Target="../ink/ink8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customXml" Target="../ink/ink9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customXml" Target="../ink/ink1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9273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Archivos</a:t>
            </a:r>
            <a:endParaRPr sz="66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53325" y="113350"/>
            <a:ext cx="8520600" cy="4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I</a:t>
            </a:r>
            <a:endParaRPr sz="17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35744" y="207169"/>
            <a:ext cx="3936206" cy="47934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Archivos y </a:t>
            </a:r>
            <a:br>
              <a:rPr lang="es-419" sz="48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s-419" sz="48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Directorios</a:t>
            </a:r>
          </a:p>
        </p:txBody>
      </p:sp>
      <p:sp>
        <p:nvSpPr>
          <p:cNvPr id="61" name="Google Shape;61;p14"/>
          <p:cNvSpPr txBox="1"/>
          <p:nvPr/>
        </p:nvSpPr>
        <p:spPr>
          <a:xfrm>
            <a:off x="4285754" y="364330"/>
            <a:ext cx="4683317" cy="44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Trabajar con directorios y archivos es una tarea común en la programación, y Java proporciona una amplia gama de clases y métodos en el paquete java.io y java.nio.file para manejar archivos y directorios. </a:t>
            </a:r>
          </a:p>
        </p:txBody>
      </p:sp>
    </p:spTree>
    <p:extLst>
      <p:ext uri="{BB962C8B-B14F-4D97-AF65-F5344CB8AC3E}">
        <p14:creationId xmlns:p14="http://schemas.microsoft.com/office/powerpoint/2010/main" val="13149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Trabajar con la clase File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s-ES"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92895" y="962108"/>
            <a:ext cx="8535230" cy="393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_tradnl" sz="4800" dirty="0">
                <a:solidFill>
                  <a:schemeClr val="tx1"/>
                </a:solidFill>
                <a:effectLst/>
                <a:latin typeface="Montserrat Medium" pitchFamily="2" charset="77"/>
              </a:rPr>
              <a:t>La clase File en Java se utiliza para </a:t>
            </a:r>
            <a:r>
              <a:rPr lang="es-ES_tradnl" sz="4800" b="1" dirty="0">
                <a:solidFill>
                  <a:schemeClr val="tx1"/>
                </a:solidFill>
                <a:effectLst/>
                <a:latin typeface="Montserrat ExtraBold" pitchFamily="2" charset="77"/>
              </a:rPr>
              <a:t>representar archivos y directorios </a:t>
            </a:r>
            <a:r>
              <a:rPr lang="es-ES_tradnl" sz="4800" dirty="0">
                <a:solidFill>
                  <a:schemeClr val="tx1"/>
                </a:solidFill>
                <a:effectLst/>
                <a:latin typeface="Montserrat Medium" pitchFamily="2" charset="77"/>
              </a:rPr>
              <a:t>en el sistema de archivos.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Creación de un Directorio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CAED3-F5A7-5CD3-2EC8-627F83C40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87" y="1343769"/>
            <a:ext cx="5255675" cy="33699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F7F340-600E-7A5A-A504-C813206D2B55}"/>
                  </a:ext>
                </a:extLst>
              </p14:cNvPr>
              <p14:cNvContentPartPr/>
              <p14:nvPr/>
            </p14:nvContentPartPr>
            <p14:xfrm>
              <a:off x="1431360" y="3527640"/>
              <a:ext cx="1152000" cy="4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F7F340-600E-7A5A-A504-C813206D2B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2000" y="3518280"/>
                <a:ext cx="117072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363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Creación de un Archivo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1D0DB2-08A5-7CE8-71E8-DCB4442F0E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30" t="11202" b="9510"/>
          <a:stretch/>
        </p:blipFill>
        <p:spPr>
          <a:xfrm>
            <a:off x="507206" y="1335882"/>
            <a:ext cx="4659016" cy="33647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204601-06E4-5172-DF6B-2844F63A7CA9}"/>
                  </a:ext>
                </a:extLst>
              </p14:cNvPr>
              <p14:cNvContentPartPr/>
              <p14:nvPr/>
            </p14:nvContentPartPr>
            <p14:xfrm>
              <a:off x="1815120" y="3042000"/>
              <a:ext cx="979200" cy="2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204601-06E4-5172-DF6B-2844F63A7C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5760" y="3032640"/>
                <a:ext cx="99792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483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Listar Archivos y Directorios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32FE95-DE08-DAC5-4BAE-A41DB0F42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32" y="1368161"/>
            <a:ext cx="4219200" cy="33890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C82BD6-DA1C-439F-B439-DF8ECFB8D987}"/>
                  </a:ext>
                </a:extLst>
              </p14:cNvPr>
              <p14:cNvContentPartPr/>
              <p14:nvPr/>
            </p14:nvContentPartPr>
            <p14:xfrm>
              <a:off x="1595160" y="3006720"/>
              <a:ext cx="1544400" cy="50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C82BD6-DA1C-439F-B439-DF8ECFB8D9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5800" y="2997360"/>
                <a:ext cx="1563120" cy="52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409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Eliminar Archivos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279A2-2FAF-19BD-D7E2-E5954E955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88" y="1423163"/>
            <a:ext cx="6053217" cy="32841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CC5493-E053-B849-E9A6-7E39BB1074B6}"/>
                  </a:ext>
                </a:extLst>
              </p14:cNvPr>
              <p14:cNvContentPartPr/>
              <p14:nvPr/>
            </p14:nvContentPartPr>
            <p14:xfrm>
              <a:off x="1857240" y="3488040"/>
              <a:ext cx="740520" cy="1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CC5493-E053-B849-E9A6-7E39BB1074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7880" y="3478680"/>
                <a:ext cx="759240" cy="2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0554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Eliminar Directorios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65BCFC-0D9C-C309-A6F4-48F70B873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40" y="1340662"/>
            <a:ext cx="6382685" cy="34629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367148-D126-29A2-F457-98D135E93D7A}"/>
                  </a:ext>
                </a:extLst>
              </p14:cNvPr>
              <p14:cNvContentPartPr/>
              <p14:nvPr/>
            </p14:nvContentPartPr>
            <p14:xfrm>
              <a:off x="2196000" y="3578040"/>
              <a:ext cx="3149640" cy="73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367148-D126-29A2-F457-98D135E93D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6640" y="3568680"/>
                <a:ext cx="3168360" cy="75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8154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9273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6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Lectura de archivos de texto</a:t>
            </a:r>
            <a:endParaRPr sz="66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53325" y="113350"/>
            <a:ext cx="8520600" cy="4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I</a:t>
            </a:r>
            <a:endParaRPr sz="1700"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590540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35744" y="207169"/>
            <a:ext cx="3936206" cy="47934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Leer un archivo de texto</a:t>
            </a:r>
          </a:p>
        </p:txBody>
      </p:sp>
      <p:sp>
        <p:nvSpPr>
          <p:cNvPr id="61" name="Google Shape;61;p14"/>
          <p:cNvSpPr txBox="1"/>
          <p:nvPr/>
        </p:nvSpPr>
        <p:spPr>
          <a:xfrm>
            <a:off x="4285754" y="364330"/>
            <a:ext cx="4683317" cy="44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leer un archivo de texto en Java, puedes usar </a:t>
            </a:r>
            <a:r>
              <a:rPr lang="es-419" sz="2000" b="1" dirty="0">
                <a:solidFill>
                  <a:schemeClr val="lt1"/>
                </a:solidFill>
                <a:latin typeface="Montserrat ExtraBold" pitchFamily="2" charset="77"/>
                <a:ea typeface="Montserrat Medium"/>
                <a:cs typeface="Montserrat Medium"/>
                <a:sym typeface="Montserrat Medium"/>
              </a:rPr>
              <a:t>FileReader</a:t>
            </a: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junto con </a:t>
            </a:r>
            <a:r>
              <a:rPr lang="es-419" sz="2000" b="1" dirty="0">
                <a:solidFill>
                  <a:schemeClr val="lt1"/>
                </a:solidFill>
                <a:latin typeface="Montserrat Black" pitchFamily="2" charset="77"/>
                <a:ea typeface="Montserrat Medium"/>
                <a:cs typeface="Montserrat Medium"/>
                <a:sym typeface="Montserrat Medium"/>
              </a:rPr>
              <a:t>BufferedReader</a:t>
            </a: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419" sz="20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1) Asegúrate de que el archivo exista en el directorio de trabajo.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2) Ejecuta el programa LeerArchivo.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s-419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3)  El programa leerá e imprimirá el contenido del archivo línea por línea.</a:t>
            </a:r>
          </a:p>
        </p:txBody>
      </p:sp>
    </p:spTree>
    <p:extLst>
      <p:ext uri="{BB962C8B-B14F-4D97-AF65-F5344CB8AC3E}">
        <p14:creationId xmlns:p14="http://schemas.microsoft.com/office/powerpoint/2010/main" val="185946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línea por línea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67884-107A-716D-8C67-B06C02629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74" y="1385342"/>
            <a:ext cx="3658551" cy="3291600"/>
          </a:xfrm>
          <a:prstGeom prst="rect">
            <a:avLst/>
          </a:prstGeom>
        </p:spPr>
      </p:pic>
      <p:sp>
        <p:nvSpPr>
          <p:cNvPr id="6" name="Google Shape;74;p16">
            <a:extLst>
              <a:ext uri="{FF2B5EF4-FFF2-40B4-BE49-F238E27FC236}">
                <a16:creationId xmlns:a16="http://schemas.microsoft.com/office/drawing/2014/main" id="{71C34498-5B82-39E7-E37E-062594396797}"/>
              </a:ext>
            </a:extLst>
          </p:cNvPr>
          <p:cNvSpPr txBox="1"/>
          <p:nvPr/>
        </p:nvSpPr>
        <p:spPr>
          <a:xfrm>
            <a:off x="4457700" y="1614488"/>
            <a:ext cx="4445229" cy="2786060"/>
          </a:xfrm>
          <a:prstGeom prst="rect">
            <a:avLst/>
          </a:prstGeom>
          <a:solidFill>
            <a:srgbClr val="E122BB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u="sng" dirty="0">
                <a:solidFill>
                  <a:schemeClr val="bg1"/>
                </a:solidFill>
              </a:rPr>
              <a:t>FileReader</a:t>
            </a:r>
            <a:r>
              <a:rPr lang="es-419" sz="1200" dirty="0">
                <a:solidFill>
                  <a:schemeClr val="bg1"/>
                </a:solidFill>
              </a:rPr>
              <a:t> y </a:t>
            </a:r>
            <a:r>
              <a:rPr lang="es-419" sz="1200" u="sng" dirty="0">
                <a:solidFill>
                  <a:schemeClr val="bg1"/>
                </a:solidFill>
              </a:rPr>
              <a:t>BufferedReader </a:t>
            </a:r>
            <a:r>
              <a:rPr lang="es-419" sz="1200" dirty="0">
                <a:solidFill>
                  <a:schemeClr val="bg1"/>
                </a:solidFill>
              </a:rPr>
              <a:t>se utilizan </a:t>
            </a:r>
            <a:r>
              <a:rPr lang="es-419" sz="1100" dirty="0">
                <a:solidFill>
                  <a:schemeClr val="bg1"/>
                </a:solidFill>
              </a:rPr>
              <a:t>para</a:t>
            </a:r>
            <a:r>
              <a:rPr lang="es-419" sz="1200" dirty="0">
                <a:solidFill>
                  <a:schemeClr val="bg1"/>
                </a:solidFill>
              </a:rPr>
              <a:t> leer archivos de texto de manera eficiente.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419" sz="1200" dirty="0">
              <a:solidFill>
                <a:schemeClr val="bg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u="sng" dirty="0">
                <a:solidFill>
                  <a:schemeClr val="bg1"/>
                </a:solidFill>
              </a:rPr>
              <a:t>FileReader</a:t>
            </a:r>
            <a:r>
              <a:rPr lang="es-419" sz="1200" dirty="0">
                <a:solidFill>
                  <a:schemeClr val="bg1"/>
                </a:solidFill>
              </a:rPr>
              <a:t> se encarga de la lectura básica del archivo.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419" sz="1200" dirty="0">
              <a:solidFill>
                <a:schemeClr val="bg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u="sng" dirty="0">
                <a:solidFill>
                  <a:schemeClr val="bg1"/>
                </a:solidFill>
              </a:rPr>
              <a:t>BufferedReader</a:t>
            </a:r>
            <a:r>
              <a:rPr lang="es-419" sz="1200" dirty="0">
                <a:solidFill>
                  <a:schemeClr val="bg1"/>
                </a:solidFill>
              </a:rPr>
              <a:t> se envuelve alrededor de FileReader para proporcionar una lectura más eficiente y métodos adicionales como </a:t>
            </a:r>
            <a:r>
              <a:rPr lang="es-419" sz="1200" u="sng" dirty="0">
                <a:solidFill>
                  <a:schemeClr val="bg1"/>
                </a:solidFill>
              </a:rPr>
              <a:t>readLine</a:t>
            </a:r>
            <a:r>
              <a:rPr lang="es-419" sz="1200" dirty="0">
                <a:solidFill>
                  <a:schemeClr val="bg1"/>
                </a:solidFill>
              </a:rPr>
              <a:t>().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419" sz="1200" dirty="0">
              <a:solidFill>
                <a:schemeClr val="bg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dirty="0">
                <a:solidFill>
                  <a:schemeClr val="bg1"/>
                </a:solidFill>
              </a:rPr>
              <a:t>Se usa un bucle while para leer el archivo línea por línea hasta que readLine() devuelva null, lo que indica el final del archivo.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419" sz="1200" dirty="0">
              <a:solidFill>
                <a:schemeClr val="bg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dirty="0">
                <a:solidFill>
                  <a:schemeClr val="bg1"/>
                </a:solidFill>
              </a:rPr>
              <a:t>El bloque finally asegura que el </a:t>
            </a:r>
            <a:r>
              <a:rPr lang="es-419" sz="1200" u="sng" dirty="0">
                <a:solidFill>
                  <a:schemeClr val="bg1"/>
                </a:solidFill>
              </a:rPr>
              <a:t>BufferedReader</a:t>
            </a:r>
            <a:r>
              <a:rPr lang="es-419" sz="1200" dirty="0">
                <a:solidFill>
                  <a:schemeClr val="bg1"/>
                </a:solidFill>
              </a:rPr>
              <a:t> se cierre, incluso si ocurre una excepción.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6A3922-E771-917A-EAA3-282842A2C92A}"/>
                  </a:ext>
                </a:extLst>
              </p14:cNvPr>
              <p14:cNvContentPartPr/>
              <p14:nvPr/>
            </p14:nvContentPartPr>
            <p14:xfrm>
              <a:off x="624600" y="1378800"/>
              <a:ext cx="1302120" cy="2774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6A3922-E771-917A-EAA3-282842A2C9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240" y="1369440"/>
                <a:ext cx="1320840" cy="279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977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línea por línea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A24F44-8C7E-3571-831F-F7A8D2B93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8" y="1388435"/>
            <a:ext cx="6437431" cy="26549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17FC4E-A6ED-A1FF-93D1-81565A0447FC}"/>
                  </a:ext>
                </a:extLst>
              </p14:cNvPr>
              <p14:cNvContentPartPr/>
              <p14:nvPr/>
            </p14:nvContentPartPr>
            <p14:xfrm>
              <a:off x="745200" y="808560"/>
              <a:ext cx="5233680" cy="2777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17FC4E-A6ED-A1FF-93D1-81565A0447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5840" y="799200"/>
                <a:ext cx="5252400" cy="279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3309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línea por línea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1F9C11-9E87-60FA-312A-3544B63EA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06" y="1368425"/>
            <a:ext cx="6405030" cy="141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54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35744" y="207169"/>
            <a:ext cx="3936206" cy="47934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8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Escribir en un archivo de texto</a:t>
            </a:r>
          </a:p>
        </p:txBody>
      </p:sp>
      <p:sp>
        <p:nvSpPr>
          <p:cNvPr id="61" name="Google Shape;61;p14"/>
          <p:cNvSpPr txBox="1"/>
          <p:nvPr/>
        </p:nvSpPr>
        <p:spPr>
          <a:xfrm>
            <a:off x="4285754" y="364330"/>
            <a:ext cx="4683317" cy="44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escribir en un archivo de texto en Java, puedes usar </a:t>
            </a:r>
            <a:r>
              <a:rPr lang="es-419" sz="2000" b="1" dirty="0">
                <a:solidFill>
                  <a:schemeClr val="lt1"/>
                </a:solidFill>
                <a:latin typeface="Montserrat Black" pitchFamily="2" charset="77"/>
                <a:ea typeface="Montserrat Medium"/>
                <a:cs typeface="Montserrat Medium"/>
                <a:sym typeface="Montserrat Medium"/>
              </a:rPr>
              <a:t>FileWriter</a:t>
            </a: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junto con </a:t>
            </a:r>
            <a:r>
              <a:rPr lang="es-419" sz="2000" b="1" dirty="0">
                <a:solidFill>
                  <a:schemeClr val="lt1"/>
                </a:solidFill>
                <a:latin typeface="Montserrat Black" pitchFamily="2" charset="77"/>
                <a:ea typeface="Montserrat Medium"/>
                <a:cs typeface="Montserrat Medium"/>
                <a:sym typeface="Montserrat Medium"/>
              </a:rPr>
              <a:t>BufferedWriter</a:t>
            </a: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419" sz="20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1) El programa escribirá las líneas de texto en archivo.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2) Verifica el contenido de archivo para asegurarte de que las líneas se hayan escrito correctamente.</a:t>
            </a:r>
          </a:p>
        </p:txBody>
      </p:sp>
    </p:spTree>
    <p:extLst>
      <p:ext uri="{BB962C8B-B14F-4D97-AF65-F5344CB8AC3E}">
        <p14:creationId xmlns:p14="http://schemas.microsoft.com/office/powerpoint/2010/main" val="3723303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línea por línea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BFBC1F-A7EF-6177-E4FF-FBBA73C49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61" y="1321594"/>
            <a:ext cx="4068445" cy="3442072"/>
          </a:xfrm>
          <a:prstGeom prst="rect">
            <a:avLst/>
          </a:prstGeom>
        </p:spPr>
      </p:pic>
      <p:sp>
        <p:nvSpPr>
          <p:cNvPr id="4" name="Google Shape;74;p16">
            <a:extLst>
              <a:ext uri="{FF2B5EF4-FFF2-40B4-BE49-F238E27FC236}">
                <a16:creationId xmlns:a16="http://schemas.microsoft.com/office/drawing/2014/main" id="{C1F22C20-62F3-3BD1-656E-A8EC8748B756}"/>
              </a:ext>
            </a:extLst>
          </p:cNvPr>
          <p:cNvSpPr txBox="1"/>
          <p:nvPr/>
        </p:nvSpPr>
        <p:spPr>
          <a:xfrm>
            <a:off x="4936331" y="1635919"/>
            <a:ext cx="3966598" cy="2643188"/>
          </a:xfrm>
          <a:prstGeom prst="rect">
            <a:avLst/>
          </a:prstGeom>
          <a:solidFill>
            <a:srgbClr val="E122BB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u="sng" dirty="0">
                <a:solidFill>
                  <a:schemeClr val="bg1"/>
                </a:solidFill>
              </a:rPr>
              <a:t>FileWriter</a:t>
            </a:r>
            <a:r>
              <a:rPr lang="es-419" sz="1200" dirty="0">
                <a:solidFill>
                  <a:schemeClr val="bg1"/>
                </a:solidFill>
              </a:rPr>
              <a:t> y </a:t>
            </a:r>
            <a:r>
              <a:rPr lang="es-419" sz="1200" u="sng" dirty="0">
                <a:solidFill>
                  <a:schemeClr val="bg1"/>
                </a:solidFill>
              </a:rPr>
              <a:t>BufferedWriter</a:t>
            </a:r>
            <a:r>
              <a:rPr lang="es-419" sz="1200" dirty="0">
                <a:solidFill>
                  <a:schemeClr val="bg1"/>
                </a:solidFill>
              </a:rPr>
              <a:t> se utilizan para escribir en archivos de texto de manera eficiente.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419" sz="1200" dirty="0">
              <a:solidFill>
                <a:schemeClr val="bg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u="sng" dirty="0">
                <a:solidFill>
                  <a:schemeClr val="bg1"/>
                </a:solidFill>
              </a:rPr>
              <a:t>FileWriter</a:t>
            </a:r>
            <a:r>
              <a:rPr lang="es-419" sz="1200" dirty="0">
                <a:solidFill>
                  <a:schemeClr val="bg1"/>
                </a:solidFill>
              </a:rPr>
              <a:t> se encarga de la escritura básica del archivo.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u="sng" dirty="0">
                <a:solidFill>
                  <a:schemeClr val="bg1"/>
                </a:solidFill>
              </a:rPr>
              <a:t>BufferedWriter</a:t>
            </a:r>
            <a:r>
              <a:rPr lang="es-419" sz="1200" dirty="0">
                <a:solidFill>
                  <a:schemeClr val="bg1"/>
                </a:solidFill>
              </a:rPr>
              <a:t> se envuelve alrededor de </a:t>
            </a:r>
            <a:r>
              <a:rPr lang="es-419" sz="1200" u="sng" dirty="0">
                <a:solidFill>
                  <a:schemeClr val="bg1"/>
                </a:solidFill>
              </a:rPr>
              <a:t>FileWriter</a:t>
            </a:r>
            <a:r>
              <a:rPr lang="es-419" sz="1200" dirty="0">
                <a:solidFill>
                  <a:schemeClr val="bg1"/>
                </a:solidFill>
              </a:rPr>
              <a:t> para proporcionar una escritura más eficiente y métodos adicionales como </a:t>
            </a:r>
            <a:r>
              <a:rPr lang="es-419" sz="1200" u="sng" dirty="0">
                <a:solidFill>
                  <a:schemeClr val="bg1"/>
                </a:solidFill>
              </a:rPr>
              <a:t>newLine</a:t>
            </a:r>
            <a:r>
              <a:rPr lang="es-419" sz="1200" dirty="0">
                <a:solidFill>
                  <a:schemeClr val="bg1"/>
                </a:solidFill>
              </a:rPr>
              <a:t>().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419" sz="1200" dirty="0">
              <a:solidFill>
                <a:schemeClr val="bg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dirty="0">
                <a:solidFill>
                  <a:schemeClr val="bg1"/>
                </a:solidFill>
              </a:rPr>
              <a:t>Se escriben líneas de texto en el archivo utilizando el método write() y newLine() para insertar saltos de línea.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s-419" sz="1200" dirty="0">
              <a:solidFill>
                <a:schemeClr val="bg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s-419" sz="1200" dirty="0">
                <a:solidFill>
                  <a:schemeClr val="bg1"/>
                </a:solidFill>
              </a:rPr>
              <a:t>El bloque finally asegura que el </a:t>
            </a:r>
            <a:r>
              <a:rPr lang="es-419" sz="1200" u="sng" dirty="0">
                <a:solidFill>
                  <a:schemeClr val="bg1"/>
                </a:solidFill>
              </a:rPr>
              <a:t>BufferedWriter</a:t>
            </a:r>
            <a:r>
              <a:rPr lang="es-419" sz="1200" dirty="0">
                <a:solidFill>
                  <a:schemeClr val="bg1"/>
                </a:solidFill>
              </a:rPr>
              <a:t> se cierre, incluso si ocurre una excepción.</a:t>
            </a:r>
          </a:p>
        </p:txBody>
      </p:sp>
    </p:spTree>
    <p:extLst>
      <p:ext uri="{BB962C8B-B14F-4D97-AF65-F5344CB8AC3E}">
        <p14:creationId xmlns:p14="http://schemas.microsoft.com/office/powerpoint/2010/main" val="417661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línea por línea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EEEC5D-2470-C91C-4438-2F0BBB6DB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1543050"/>
            <a:ext cx="6330819" cy="24235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8D7772-EEC0-7C26-32F4-C1103D3677CB}"/>
                  </a:ext>
                </a:extLst>
              </p14:cNvPr>
              <p14:cNvContentPartPr/>
              <p14:nvPr/>
            </p14:nvContentPartPr>
            <p14:xfrm>
              <a:off x="1024200" y="925920"/>
              <a:ext cx="5144040" cy="274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8D7772-EEC0-7C26-32F4-C1103D3677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4840" y="916560"/>
                <a:ext cx="5162760" cy="27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2970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Escribir al final del archivo</a:t>
            </a:r>
            <a:endParaRPr lang="es-419"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C1E637-4FAD-F227-9152-C7EC278EA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25" y="1371600"/>
            <a:ext cx="6357711" cy="229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1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235744" y="207169"/>
            <a:ext cx="3936206" cy="47934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Leer archivo carácter por caracter</a:t>
            </a:r>
          </a:p>
        </p:txBody>
      </p:sp>
      <p:sp>
        <p:nvSpPr>
          <p:cNvPr id="61" name="Google Shape;61;p14"/>
          <p:cNvSpPr txBox="1"/>
          <p:nvPr/>
        </p:nvSpPr>
        <p:spPr>
          <a:xfrm>
            <a:off x="4285754" y="364330"/>
            <a:ext cx="4683317" cy="44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recorrer y leer un archivo de texto carácter por carácter en Java, puedes utilizar la clase </a:t>
            </a:r>
            <a:r>
              <a:rPr lang="es-419" sz="2000" b="1" dirty="0">
                <a:solidFill>
                  <a:schemeClr val="lt1"/>
                </a:solidFill>
                <a:latin typeface="Montserrat Black" pitchFamily="2" charset="77"/>
                <a:ea typeface="Montserrat Medium"/>
                <a:cs typeface="Montserrat Medium"/>
                <a:sym typeface="Montserrat Medium"/>
              </a:rPr>
              <a:t>FileReader</a:t>
            </a:r>
            <a:r>
              <a:rPr lang="es-419" sz="20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que es adecuada para leer flujos de datos de caracteres.</a:t>
            </a:r>
            <a:endParaRPr lang="es-419" sz="16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578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caracter por caracter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B1A995-DFA5-2160-3257-1686DF10C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78" y="1290175"/>
            <a:ext cx="3274037" cy="345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8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caracter por caracter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D32F83-D761-5922-9D1C-3B7C43CDB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60" y="1357357"/>
            <a:ext cx="5058317" cy="33576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20FED8-E8D7-F31D-3EF9-E845B68F6F81}"/>
                  </a:ext>
                </a:extLst>
              </p14:cNvPr>
              <p14:cNvContentPartPr/>
              <p14:nvPr/>
            </p14:nvContentPartPr>
            <p14:xfrm>
              <a:off x="4953960" y="972720"/>
              <a:ext cx="550080" cy="42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20FED8-E8D7-F31D-3EF9-E845B68F6F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8120" y="909360"/>
                <a:ext cx="58140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21145C-9BB1-A451-6F98-8339E10BBF5A}"/>
                  </a:ext>
                </a:extLst>
              </p14:cNvPr>
              <p14:cNvContentPartPr/>
              <p14:nvPr/>
            </p14:nvContentPartPr>
            <p14:xfrm>
              <a:off x="996120" y="916200"/>
              <a:ext cx="4596480" cy="3586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21145C-9BB1-A451-6F98-8339E10BBF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6760" y="906840"/>
                <a:ext cx="4615200" cy="36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7261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Leer el archivo carácter por carácter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99CD9A-96D7-F0D6-8463-62BCA663D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42" y="1274336"/>
            <a:ext cx="56134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Cerrar el FileReader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8A4587-B2C8-1048-DFF1-BC27F0D6C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" y="1499839"/>
            <a:ext cx="3873500" cy="2857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5EF2DF-F0E8-BF0A-4303-29DE066788AD}"/>
                  </a:ext>
                </a:extLst>
              </p14:cNvPr>
              <p14:cNvContentPartPr/>
              <p14:nvPr/>
            </p14:nvContentPartPr>
            <p14:xfrm>
              <a:off x="2918520" y="2782440"/>
              <a:ext cx="905400" cy="1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5EF2DF-F0E8-BF0A-4303-29DE066788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09160" y="2773080"/>
                <a:ext cx="92412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0413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461</Words>
  <Application>Microsoft Macintosh PowerPoint</Application>
  <PresentationFormat>On-screen Show (16:9)</PresentationFormat>
  <Paragraphs>53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Montserrat Medium</vt:lpstr>
      <vt:lpstr>Montserrat ExtraBold</vt:lpstr>
      <vt:lpstr>Arial</vt:lpstr>
      <vt:lpstr>Montserrat Black</vt:lpstr>
      <vt:lpstr>Montserrat</vt:lpstr>
      <vt:lpstr>Simple Light</vt:lpstr>
      <vt:lpstr>Archivos</vt:lpstr>
      <vt:lpstr>Archivos y  Directorios</vt:lpstr>
      <vt:lpstr>Trabajar con la clase File </vt:lpstr>
      <vt:lpstr>Creación de un Directorio</vt:lpstr>
      <vt:lpstr>Creación de un Archivo</vt:lpstr>
      <vt:lpstr>Listar Archivos y Directorios</vt:lpstr>
      <vt:lpstr>Eliminar Archivos</vt:lpstr>
      <vt:lpstr>Eliminar Directorios</vt:lpstr>
      <vt:lpstr>Lectura de archivos de texto</vt:lpstr>
      <vt:lpstr>Leer un archivo de texto</vt:lpstr>
      <vt:lpstr>Leer el archivo línea por línea</vt:lpstr>
      <vt:lpstr>Leer el archivo línea por línea</vt:lpstr>
      <vt:lpstr>Leer el archivo línea por línea</vt:lpstr>
      <vt:lpstr>Escribir en un archivo de texto</vt:lpstr>
      <vt:lpstr>Leer el archivo línea por línea</vt:lpstr>
      <vt:lpstr>Leer el archivo línea por línea</vt:lpstr>
      <vt:lpstr>Escribir al final del archivo</vt:lpstr>
      <vt:lpstr>Leer archivo carácter por caracter</vt:lpstr>
      <vt:lpstr>Leer el archivo caracter por caracter</vt:lpstr>
      <vt:lpstr>Leer el archivo caracter por caracter</vt:lpstr>
      <vt:lpstr>Leer el archivo carácter por carácter</vt:lpstr>
      <vt:lpstr>Cerrar el FileReader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control de Flujo: Iteradores</dc:title>
  <cp:lastModifiedBy>Facundo Uferer</cp:lastModifiedBy>
  <cp:revision>23</cp:revision>
  <dcterms:modified xsi:type="dcterms:W3CDTF">2024-05-17T22:26:37Z</dcterms:modified>
</cp:coreProperties>
</file>