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Raleway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f109698f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f109698f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eb6608125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eb6608125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eb6608125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eb6608125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eb6608125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eb6608125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b6608125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eb6608125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b6608125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b6608125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eb6608125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eb6608125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b6608125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eb6608125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eb66081258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eb66081258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b6608125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eb6608125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eb6608125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eb6608125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eb6608125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eb6608125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b6608125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eb6608125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eb66081258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eb66081258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b6608125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eb66081258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eb66081258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eb66081258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eb6608125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eb6608125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dirty="0" err="1"/>
              <a:t>Expresiones</a:t>
            </a:r>
            <a:r>
              <a:rPr lang="en" dirty="0"/>
              <a:t> lambda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Programación</a:t>
            </a:r>
            <a:r>
              <a:rPr lang="en" sz="1800" dirty="0"/>
              <a:t> II</a:t>
            </a:r>
            <a:endParaRPr sz="1800"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Facundo Uferer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juanfacundouf@gmail.com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UTN-FRR</a:t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626" y="2828325"/>
            <a:ext cx="4002376" cy="18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000" y="152400"/>
            <a:ext cx="7051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5" y="1025300"/>
            <a:ext cx="84391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8146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Aplicación de Lambdas en colecciones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39150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823913"/>
            <a:ext cx="8324850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25" y="823275"/>
            <a:ext cx="832485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00" y="576263"/>
            <a:ext cx="8324850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75" y="188450"/>
            <a:ext cx="83248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248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Aplanación de colecciones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1602400"/>
            <a:ext cx="832485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2485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2485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50" y="801625"/>
            <a:ext cx="832485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25" y="715075"/>
            <a:ext cx="832485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</Words>
  <Application>Microsoft Macintosh PowerPoint</Application>
  <PresentationFormat>On-screen Show (16:9)</PresentationFormat>
  <Paragraphs>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Lato</vt:lpstr>
      <vt:lpstr>Arial</vt:lpstr>
      <vt:lpstr>Raleway</vt:lpstr>
      <vt:lpstr>Swiss</vt:lpstr>
      <vt:lpstr>Expresiones lambda   Programación II</vt:lpstr>
      <vt:lpstr>PowerPoint Presentation</vt:lpstr>
      <vt:lpstr>PowerPoint Presentation</vt:lpstr>
      <vt:lpstr>PowerPoint Presentation</vt:lpstr>
      <vt:lpstr>Aplicación de Lambdas en colecciones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Aplanación de colecciones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Facundo Uferer</cp:lastModifiedBy>
  <cp:revision>2</cp:revision>
  <dcterms:modified xsi:type="dcterms:W3CDTF">2024-11-14T14:17:04Z</dcterms:modified>
</cp:coreProperties>
</file>