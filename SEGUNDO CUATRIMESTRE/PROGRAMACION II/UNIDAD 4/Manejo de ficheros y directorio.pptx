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Raleway" pitchFamily="2" charset="77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4"/>
  </p:normalViewPr>
  <p:slideViewPr>
    <p:cSldViewPr snapToGrid="0">
      <p:cViewPr varScale="1">
        <p:scale>
          <a:sx n="176" d="100"/>
          <a:sy n="176" d="100"/>
        </p:scale>
        <p:origin x="66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f28f0ef57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f28f0ef57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a3920efdb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a3920efdb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3920efdbe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3920efdbe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3920efdbe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3920efdbe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3920efdbe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3920efdbe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3920efdbe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3920efdbe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cs.oracle.com/javase/9/docs/api/?java/io/File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cs.oracle.com/javase/7/docs/api/java/io/FileWrit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6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Manejo</a:t>
            </a:r>
            <a:r>
              <a:rPr lang="en" dirty="0"/>
              <a:t> de </a:t>
            </a:r>
            <a:r>
              <a:rPr lang="en" dirty="0" err="1"/>
              <a:t>ficheros</a:t>
            </a:r>
            <a:r>
              <a:rPr lang="en" dirty="0"/>
              <a:t> y </a:t>
            </a:r>
            <a:r>
              <a:rPr lang="en" dirty="0" err="1"/>
              <a:t>directorio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Programación</a:t>
            </a:r>
            <a:r>
              <a:rPr lang="en" sz="1800" dirty="0"/>
              <a:t> II</a:t>
            </a:r>
            <a:endParaRPr sz="1800"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311700" y="2537898"/>
            <a:ext cx="4242600" cy="9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Facundo Uferer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juanfacundouf@gmail.com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UTN-FRR</a:t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201" y="2828050"/>
            <a:ext cx="4002376" cy="18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Clase a utilizar</a:t>
            </a:r>
            <a:endParaRPr/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350" y="1017950"/>
            <a:ext cx="8486048" cy="346534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396350" y="4659875"/>
            <a:ext cx="83784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Más sobre esta clase: </a:t>
            </a:r>
            <a:r>
              <a:rPr lang="en" sz="16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https://docs.oracle.com/javase/9/docs/api/?java/io/File.html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Instanciar y ver si existe el archivo</a:t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75" y="2055725"/>
            <a:ext cx="8839199" cy="1263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09B2C2-B803-F6CC-44AF-EDE456EFC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3" y="1756229"/>
            <a:ext cx="4335181" cy="29228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F2EEB4-FE14-C33C-9EAC-A1A3B455A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777" y="63718"/>
            <a:ext cx="5068790" cy="5143500"/>
          </a:xfrm>
          <a:prstGeom prst="rect">
            <a:avLst/>
          </a:prstGeom>
        </p:spPr>
      </p:pic>
      <p:sp>
        <p:nvSpPr>
          <p:cNvPr id="6" name="Google Shape;92;p16">
            <a:extLst>
              <a:ext uri="{FF2B5EF4-FFF2-40B4-BE49-F238E27FC236}">
                <a16:creationId xmlns:a16="http://schemas.microsoft.com/office/drawing/2014/main" id="{5ADBB35F-90F6-7990-D4EF-F32B119238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532" y="147939"/>
            <a:ext cx="3878068" cy="10002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Recorrer</a:t>
            </a:r>
            <a:r>
              <a:rPr lang="en" dirty="0"/>
              <a:t> </a:t>
            </a:r>
            <a:r>
              <a:rPr lang="en" dirty="0" err="1"/>
              <a:t>una</a:t>
            </a:r>
            <a:r>
              <a:rPr lang="en" dirty="0"/>
              <a:t> </a:t>
            </a:r>
            <a:r>
              <a:rPr lang="en" dirty="0" err="1"/>
              <a:t>carpeta</a:t>
            </a:r>
            <a:r>
              <a:rPr lang="en" dirty="0"/>
              <a:t> y </a:t>
            </a:r>
            <a:r>
              <a:rPr lang="en" dirty="0" err="1"/>
              <a:t>listar</a:t>
            </a:r>
            <a:r>
              <a:rPr lang="en" dirty="0"/>
              <a:t> </a:t>
            </a:r>
            <a:r>
              <a:rPr lang="en" dirty="0" err="1"/>
              <a:t>su</a:t>
            </a:r>
            <a:r>
              <a:rPr lang="en" dirty="0"/>
              <a:t> </a:t>
            </a:r>
            <a:r>
              <a:rPr lang="en" dirty="0" err="1"/>
              <a:t>contenido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32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Separadores de pat</a:t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25" y="1403175"/>
            <a:ext cx="8757224" cy="29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49975" y="403900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Crear una carpeta</a:t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50" y="1381825"/>
            <a:ext cx="8963350" cy="27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Crear archivo y ponerle contenido</a:t>
            </a:r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5500"/>
            <a:ext cx="9143999" cy="262373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419325" y="4542500"/>
            <a:ext cx="73239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Más sobre esta clase: </a:t>
            </a: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https://docs.oracle.com/javase/7/docs/api/java/io/FileWriter.html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99</Words>
  <Application>Microsoft Macintosh PowerPoint</Application>
  <PresentationFormat>On-screen Show (16:9)</PresentationFormat>
  <Paragraphs>13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Raleway</vt:lpstr>
      <vt:lpstr>Lato</vt:lpstr>
      <vt:lpstr>Swiss</vt:lpstr>
      <vt:lpstr>Manejo de ficheros y directorio Programación II</vt:lpstr>
      <vt:lpstr>Clase a utilizar</vt:lpstr>
      <vt:lpstr>Instanciar y ver si existe el archivo</vt:lpstr>
      <vt:lpstr>Recorrer una carpeta y listar su contenido</vt:lpstr>
      <vt:lpstr>Separadores de pat</vt:lpstr>
      <vt:lpstr>Crear una carpeta</vt:lpstr>
      <vt:lpstr>Crear archivo y ponerle contenido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Facundo Uferer</cp:lastModifiedBy>
  <cp:revision>2</cp:revision>
  <dcterms:modified xsi:type="dcterms:W3CDTF">2024-10-24T14:34:25Z</dcterms:modified>
</cp:coreProperties>
</file>