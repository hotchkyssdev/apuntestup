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ink/ink2.xml" ContentType="application/inkml+xml"/>
  <Override PartName="/ppt/notesSlides/notesSlide12.xml" ContentType="application/vnd.openxmlformats-officedocument.presentationml.notesSlide+xml"/>
  <Override PartName="/ppt/ink/ink3.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xml" ContentType="application/inkml+xml"/>
  <Override PartName="/ppt/notesSlides/notesSlide15.xml" ContentType="application/vnd.openxmlformats-officedocument.presentationml.notesSlide+xml"/>
  <Override PartName="/ppt/ink/ink5.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6.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7.xml" ContentType="application/inkml+xml"/>
  <Override PartName="/ppt/notesSlides/notesSlide22.xml" ContentType="application/vnd.openxmlformats-officedocument.presentationml.notesSlide+xml"/>
  <Override PartName="/ppt/ink/ink8.xml" ContentType="application/inkml+xml"/>
  <Override PartName="/ppt/notesSlides/notesSlide23.xml" ContentType="application/vnd.openxmlformats-officedocument.presentationml.notesSlide+xml"/>
  <Override PartName="/ppt/ink/ink9.xml" ContentType="application/inkml+xml"/>
  <Override PartName="/ppt/notesSlides/notesSlide24.xml" ContentType="application/vnd.openxmlformats-officedocument.presentationml.notesSlide+xml"/>
  <Override PartName="/ppt/ink/ink10.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1.xml" ContentType="application/inkml+xml"/>
  <Override PartName="/ppt/notesSlides/notesSlide27.xml" ContentType="application/vnd.openxmlformats-officedocument.presentationml.notesSlide+xml"/>
  <Override PartName="/ppt/ink/ink12.xml" ContentType="application/inkml+xml"/>
  <Override PartName="/ppt/notesSlides/notesSlide28.xml" ContentType="application/vnd.openxmlformats-officedocument.presentationml.notesSlide+xml"/>
  <Override PartName="/ppt/ink/ink13.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ink/ink14.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5.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16.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257" r:id="rId3"/>
    <p:sldId id="284" r:id="rId4"/>
    <p:sldId id="292" r:id="rId5"/>
    <p:sldId id="293" r:id="rId6"/>
    <p:sldId id="294" r:id="rId7"/>
    <p:sldId id="295" r:id="rId8"/>
    <p:sldId id="322" r:id="rId9"/>
    <p:sldId id="296" r:id="rId10"/>
    <p:sldId id="311" r:id="rId11"/>
    <p:sldId id="312" r:id="rId12"/>
    <p:sldId id="313" r:id="rId13"/>
    <p:sldId id="314" r:id="rId14"/>
    <p:sldId id="297" r:id="rId15"/>
    <p:sldId id="323" r:id="rId16"/>
    <p:sldId id="302" r:id="rId17"/>
    <p:sldId id="305" r:id="rId18"/>
    <p:sldId id="303" r:id="rId19"/>
    <p:sldId id="304" r:id="rId20"/>
    <p:sldId id="310" r:id="rId21"/>
    <p:sldId id="306" r:id="rId22"/>
    <p:sldId id="307" r:id="rId23"/>
    <p:sldId id="308" r:id="rId24"/>
    <p:sldId id="309" r:id="rId25"/>
    <p:sldId id="268" r:id="rId26"/>
    <p:sldId id="290" r:id="rId27"/>
    <p:sldId id="320" r:id="rId28"/>
    <p:sldId id="321" r:id="rId29"/>
    <p:sldId id="318" r:id="rId30"/>
    <p:sldId id="319" r:id="rId31"/>
    <p:sldId id="298" r:id="rId32"/>
    <p:sldId id="316" r:id="rId33"/>
    <p:sldId id="315" r:id="rId34"/>
    <p:sldId id="299" r:id="rId35"/>
    <p:sldId id="300" r:id="rId36"/>
    <p:sldId id="301" r:id="rId37"/>
    <p:sldId id="324" r:id="rId38"/>
    <p:sldId id="325" r:id="rId39"/>
    <p:sldId id="326" r:id="rId40"/>
    <p:sldId id="327" r:id="rId41"/>
    <p:sldId id="328" r:id="rId42"/>
    <p:sldId id="329" r:id="rId43"/>
  </p:sldIdLst>
  <p:sldSz cx="9144000" cy="5143500" type="screen16x9"/>
  <p:notesSz cx="6858000" cy="9144000"/>
  <p:embeddedFontLst>
    <p:embeddedFont>
      <p:font typeface="Montserrat" pitchFamily="2" charset="77"/>
      <p:regular r:id="rId45"/>
      <p:bold r:id="rId46"/>
      <p:italic r:id="rId47"/>
      <p:boldItalic r:id="rId48"/>
    </p:embeddedFont>
    <p:embeddedFont>
      <p:font typeface="Montserrat ExtraBold" pitchFamily="2" charset="77"/>
      <p:bold r:id="rId49"/>
      <p:italic r:id="rId50"/>
      <p:boldItalic r:id="rId51"/>
    </p:embeddedFont>
    <p:embeddedFont>
      <p:font typeface="Montserrat Medium" pitchFamily="2" charset="77"/>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38"/>
    <p:restoredTop sz="94694"/>
  </p:normalViewPr>
  <p:slideViewPr>
    <p:cSldViewPr snapToGrid="0">
      <p:cViewPr varScale="1">
        <p:scale>
          <a:sx n="159" d="100"/>
          <a:sy n="159" d="100"/>
        </p:scale>
        <p:origin x="176" y="2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31:08.80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FFFF00"/>
    </inkml:brush>
  </inkml:definitions>
  <inkml:trace contextRef="#ctx0" brushRef="#br0">3470 5960 24575,'4'0'0,"1"0"0,4 0 0,-3 0 0,8 0 0,-8 0 0,2 0 0,2 2 0,-3-2 0,10 1 0,-7-1 0,1 0 0,3 0 0,-1 0 0,11-2 0,-7 0 0,14-1 0,-17-1 0,7 4 0,-7-2 0,-2 0 0,5 2 0,0-2 0,-2 2 0,4-1 0,-7 0 0,12-1 0,-10 2 0,12 0 0,-4-1 0,-4 0 0,6 1 0,2-1 0,1-2 0,3 2 0,1 1 0,-3-3 0,8 3 0,-21 0 0,15 0 0,-15-1 0,20 0 0,-24-1 0,6 2 0,-9 0 0,0 0 0,1 0 0,-1 0 0,-1 0 0,-1 0 0,3 0 0,-4 0 0,2 0 0,-3 0 0,2 0 0,0 0 0,3 0 0,0 0 0,-1 0 0,-1 0 0,-2 0 0,1 0 0,0 0 0,0 0 0,3 0 0,-4 0 0,2 0 0,-5 0 0,-1 0 0</inkml:trace>
  <inkml:trace contextRef="#ctx0" brushRef="#br0" timeOffset="1663">3812 4118 24575,'8'2'0,"-1"-1"0,9 0 0,3 2 0,0-3 0,0 2 0,1-1 0,5-1 0,-4 0 0,0 0 0,11 0 0,-4 0 0,-1 0 0,2-2 0,-3 0 0,4 0 0,-5 0 0,5-4 0,-3 3 0,5 0 0,-4 0 0,-8 0 0,-1 0 0,18-1 0,-1 1 0,0 0 0,-14 0 0,1 0 0,-2 2 0,-1-1 0,14-1 0,-9-1 0,1 0 0,-4 2 0,-1 0 0,4-2 0,-1-1 0,9 0 0,-10 3 0,-2 1 0,-4-3 0,13 4 0,-16-2 0,-2 2 0,0-1 0,-3 0 0,-5 0 0,1 1 0,-4 0 0,1 0 0</inkml:trace>
  <inkml:trace contextRef="#ctx0" brushRef="#br1" timeOffset="24019">5896 5921 24575,'11'3'0,"6"-1"0,4 1 0,-3-3 0,5 4 0,-6-4 0,-6 2 0,10-2 0,-7 0 0,9 1 0,4 0 0,-5 0 0,15-1 0,-19 0 0,12 0 0,-12 0 0,4 0 0,1 0 0,-10-1 0,3 1 0,-9-2 0,2 2 0,-3 0 0,0 0 0,-3 0 0,3 0 0,-2 0 0,4 0 0,-2 0 0,2 0 0,6 0 0,-5 0 0,8 0 0,-9 0 0,9 0 0,-2 0 0,9 0 0,-10 0 0,6 0 0,-6 0 0,4 0 0,-3 0 0,-6 0 0,-3 0 0,4 0 0,-1 0 0,2 0 0,-4 0 0,8 0 0,3 0 0,0 0 0,2 0 0,-12 0 0,0 0 0,-2 0 0,-2 0 0,1 0 0,-1 0 0,0-1 0,-1 1 0,-1-3 0,-1 3 0,-1-2 0</inkml:trace>
  <inkml:trace contextRef="#ctx0" brushRef="#br1" timeOffset="25648">7754 5951 24575,'23'0'0,"0"0"0,11 0 0,-3 0 0,-17 0 0,7 0 0,-7 0 0,-2 0 0,2 0 0,-3 0 0,-3 0 0,2 0 0,8 0 0,4 0 0,5 0 0,-8 0 0,5 0 0,-14 0 0,14 0 0,-11 0 0,-2 0 0,4 0 0,-6 0 0,11 0 0,-12 0 0,7 0 0,-7 0 0,3 0 0,-2 0 0,-3 0 0,1 0 0,-2 0 0,3 0 0,10-2 0,-10 1 0,11 0 0,-14 1 0,1 0 0,-2 0 0,3-2 0,-2 2 0,4-3 0,-4 2 0,-2 0 0,-2 1 0</inkml:trace>
  <inkml:trace contextRef="#ctx0" brushRef="#br1" timeOffset="46381">5157 6379 24575,'6'0'0,"0"0"0,0 0 0,0 0 0,3 0 0,-2 0 0,0 0 0,-1 0 0,-1 0 0,2 0 0,0 0 0,1 0 0,-1 0 0,0 0 0,1 0 0,-2 0 0,3 0 0,-3 0 0,2 0 0,-1 0 0,0 0 0,2 0 0,-4 0 0,2 0 0,-1 0 0,0 0 0,5 0 0,-3 0 0,3 0 0,-3 0 0,2 0 0,-5 0 0,2 0 0,1 0 0,-1 0 0,12 0 0,-11 0 0,23 2 0,-17-2 0,10 2 0,-9-2 0,-1 0 0,-4 0 0,5 0 0,-8 0 0,3 0 0,7 0 0,-6-2 0,12 2 0,-13-2 0,8 0 0,-4 2 0,15-4 0,-6 2 0,-1 0 0,-5 0 0,1 2 0,-4 0 0,17-2 0,-13 1 0,5-1 0,-2 2 0,2 0 0,9 0 0,-3 0 0,-1 0 0,9 0 0,-12 0 0,-5 0 0,-14 0 0,9 0 0,-10-1 0,7 0 0,-8 0 0,5 1 0,0 0 0,-4 0 0,7 0 0,-7 0 0,1-1 0,0 0 0,3 0 0,3 1 0,-1 0 0,-1-2 0,-7 2 0,4-1 0,-2 1 0,1 0 0,-1 0 0,-1 0 0,-1 0 0,1 0 0,-3 0 0</inkml:trace>
  <inkml:trace contextRef="#ctx0" brushRef="#br1" timeOffset="49613">6487 5917 24575,'-3'21'0,"0"-4"0,3 0 0,0-5 0,0 0 0,0-2 0,0-5 0,0 3 0,0 0 0,-1 3 0,0-2 0,-2 2 0,0 1 0,-5 8 0,3-8 0,-3 11 0,3-15 0,1 5 0,-1-5 0,4-4 0,-2 1 0,-8 7 0,4-6 0,-9 9 0,11-11 0,-3 3 0,3-4 0,-3 3 0,-1 0 0,4-1 0,-5 5 0,7-7 0,1-17 0,3 1 0,2-13 0,0 9 0,-3 5 0,1 1 0,-1 4 0,0 4 0,-18 35 0,7-10 0,-2 5 0,1 2 0,6-9 0,2-1 0,-1 6 0,3-2 0,4-19 0,1 3 0,4-2 0,5 3 0,4-1 0,-2-2 0,0 0 0,5-5 0,-1 2 0,9-2 0,-8 0 0,-3 0 0,-7 0 0,-3 0 0,-2-1 0,0-1 0,4-3 0,-4 1 0,4-2 0,-6 4 0,1-1 0</inkml:trace>
  <inkml:trace contextRef="#ctx0" brushRef="#br1" timeOffset="51817">5157 6385 24575,'-23'17'0,"2"-5"0,3 1 0,6-9 0,-8 6 0,-5-6 0,6 1 0,0 0 0,0-2 0,1 0 0,-10 0 0,2 2 0,17-5 0,-9 2 0,11-2 0,-13 0 0,4 0 0,-9 0 0,9 0 0,-10-2 0,15 1 0,-23-4 0,21 4 0,-5-2 0,-3 0 0,-7 0 0,-1-1 0,9 1 0,1 0 0,4 1 0,-11-1 0,5-1 0,7 2 0,-11-3 0,8-3 0,-7-1 0,-4-1 0,7 0 0,-1 3 0,12 1 0,-1 2 0,1-2 0,2 3 0,0-1 0,0 1 0,2 1 0,17 16 0,10 8 0,5 3 0,-6-7 0,-2-1 0,-1-3 0,9 7 0,-15-11 0,-4-4 0,-18-13 0,-2 0 0,-5-6 0,-3 4 0,-2 0 0,2 1 0,-5-1 0,8 1 0,6 5 0,-2-1 0,46 2 0,-12 2 0,5 0 0,7 1 0,5-1 0,-1-1-611,-9 0 1,-1 0 0,0 0 610,5 1 0,1 0 0,-1-1 0,6-2 0,-3 0 0,-15 2 0,0 1 0,5-2 0,-10 1 0,-20 1 0,3 0 0,-6 0 0,7 0 0</inkml:trace>
  <inkml:trace contextRef="#ctx0" brushRef="#br1" timeOffset="54062">4394 6137 24575,'30'-9'0,"-5"0"0,-4 2 0,0-3 0,2 0 0,0-1 0,-5-1 0,0-1 0,10-4 0,-2-2 0,-7-1 0,-3-1 0,2 1 0,-2 0 0,2-8 0,-3 1 0,-6 9 0,0 0 0,7-7 0,-2 0 0,0-4 0,4-2 0,-5 0 0,-3 12 0,0-5 0,-1-1 0,0 4 0,-2 0 0,0-3 0,0-5 0,-2-1 0,-2 3 0,-1 0 0,3-7 0,-2 0 0,-3 11 0,-2 1 0,1 2 0,-1-1 0,1-3 0,-1-1 0,1 5 0,0 0 0,0-1 0,0 1 0,-1 0 0,-2 6 0,0 3 0,-1 5 0,-2-3 0,2 2 0,-4-3 0,6 4 0,-4 0 0,2-2 0,0 5 0,2-3 0,1 4 0,1 0 0,0-2 0,1 1 0,0-1 0,2-8 0,1-11 0,1 2 0,-2 3 0,-1-2 0,1 2 0,1-2 0,-1-8 0,1-4 0,-1 2 0,0-1 0,0 0-143,0 0 0,1-1 0,-1 3 143,-1 4 0,0 2 0,0 0 0,-1 2 0,3-12 0,-3 14 0,0 10 0,0 4 0,0 1 429,0 0-429,0 3 0,-4 9 0,-2 6 0,-9 15 0,3-6 0,1-6 0,1 0 0,3-2 0,-5 4 0,11-16 0,-3 2 0,6-13 0,3-17 0,1-4 0,-1 1 0,-1 0 0,1 2 0,0-8 0,-1 21 0,0 3 0,-2 2 0,17 33 0,-2 0 0,-2-5 0,2 1 0,0 0-379,0-1 1,1-1 378,7 2 0,-2-1 0,2-2 0,-5-6 0,-11-5 0,-5-4 0,1 0 0,-4-2 0,1-1 0</inkml:trace>
  <inkml:trace contextRef="#ctx0" brushRef="#br1" timeOffset="56642">3915 6887 24575,'-14'21'0,"0"1"0,-5-1 0,2-4 0,-5 5 0,-2 1 0,1-5 0,-1-3 0,-1-4 0,-1 1-594,1 2 0,-1 1 1,0-1-1,0-3 594,-5-1 0,-1-3 0,-1-1-820,2-1 1,-1-1 0,-1-1 0,2-1 191,-1 0 1,1-3-1,-4 1 628,2 1 0,-4 0 0,-1 0 0,1 0 0,4-1 181,-1-1 0,4 0 0,-4-1-181,4 0 0,-4 0 0,-1-1 0,0-1 0,2 1 0,4-1 0,-2-2 0,3 0 0,-2-1-264,1 0 0,-4 0 1,0-2-1,2 1 1,5-1 263,-2-2 0,3-1 0,-9-3 0,0-1 0,8-1 0,3-1 151,6 5 0,0-1-151,-1-3 0,-1-3 0,2 0 0,3-1 0,1 0 0,-2-3 0,0-2 0,3 1 0,0-2 0,1 2 1321,2 3 1,1-1-1322,-3-11 0,-2-4 0,3 4 0,1 9 0,2 1 0,0-2 0,-1-3 0,1 2 133,-2-7 0,1 1-133,2 3 0,0-1 0,1 4 0,0-2 0,1 1 0,0 0 0,1 1 0,0-1 0,2 0 0,3-7 0,3 2 0,-2 14 0,2 0 0,4-14 0,3-2 0,0 11 0,1-1 0,1 2 118,-1 1 0,-1 1 0,3-1-118,2-4 0,3-3 0,0 1 0,-2 2 0,-1 3 0,-2 2 0,2 0 0,3-4 0,1-1 0,1 1 0,-1 3 0,0 1 0,-1 2 0,2-2 0,2 0 0,1 2 0,5-2 0,0 0 0,-3 2 0,2-2 0,2 1 0,-1 3 0,5-2 0,0 1 0,-5 3 0,0-1 0,0 3 0,3 2 0,2 2 0,-2 1 0,-4 1 0,-2 3 0,8-2 0,1 1 0,-6 2 0,0 1 0,3-1 0,-3 0 0,1 0 0,1 1 0,-1-1 0,-3 1 0,-1 1 0,1 0 0,2 0 0,0 0 0,3-1 0,1 1 0,0 0 0,-3 0 0,-3 0 0,1 1 0,-4 0 0,4 0 0,0 0 0,4-1 0,3 0 0,-1 1 0,-2-1 0,-5 0 0,9 1 0,-1 0-273,-8-1 0,5 1 0,0-1 1,-1 0-1,-6 0 273,2 0 0,-1-1 0,3 2 0,3 0 0,-4-1 589,-6 0 1,-1-1-590,3 2 0,1 0 448,-5 0 1,-1 0-449,4 0 1373,3-1-1373,-19 0 2428,-3-1-2428,-41-3 0,21 1 0,-13-1 0,-2 0 0,2-4 0,10 3 0,-2 0 0,-9-5 0,-1 1 0,9 4 0,0 0 116,-4-1 0,2 0-116,1 5 0,14 0 0,4 2 0,-1-1 0,-1 1 0,1 0 0,1 0 0,-1 0 0,2 0 0,28 0 0,3 0 0,-4 0 0,3 0 0,-2 0 0,2 0 0,-2 0 0,4 0 0,1 0-297,2 0 1,3 0 0,-4 0 296,-4 0 0,-2 0 0,8 0 0,-3 0 0,-3 0 0,-5 0 0,-13 0 0,-7 2 0,-16 10 0,-7 2 0,-3 8 0,0-7 0,-4 2 0,2-2 0,7-2 0,0-1 0,-8 3 0,-4 1 0,4-2 0,7-3 0,1 0 0,-9 5 0,3-2 0,6-4 0,12-6 0,4-3 0</inkml:trace>
  <inkml:trace contextRef="#ctx0" brushRef="#br1" timeOffset="59779">8027 6024 24575,'-23'22'0,"-1"-1"0,0-1 0,1 0 0,0 0 0,0-1-1352,-1-1 0,-3 0 1352,-1 2 0,-3 1 0,0-1 0,5-5 0,1-1 0,-3 1 0,2-1 0,-2 1 0,-2 1 0,1-1 0,3-2 0,0 0 0,3-1 0,-3 0 0,-3 2 0,-4 2 0,2 0 0,4-4 0,6-1 0,1-2 0,-12 5 0,-1 0 0,12-5 0,-1-1 0,-3 2 0,-2 0 0,0 0 0,-6 3 0,-1 0 0,4-1 0,-2 0 0,-1 1 0,5-3 0,-2 0 0,0 0 0,0 0 0,-4 0 0,-1-1 0,0 1 0,1-1-581,4 0 0,1-1 1,1 1-1,-1-2 581,-9 1 0,-1-1 0,6-1 0,8 0 0,3 0 335,-2-2 0,0 0-335,-6 5 0,0 0 0,5-5 0,1 1 0,-4 2 0,-1 1 0,-2-2 0,2-1 0,9 0 0,0 0 0,-5-1 0,0-1 0,-12 1 0,13-4 0,-6 2 1182,19-2-1182,-13 0 2610,13 0-2610,-8 0 565,10 0-565,-3 0 0,7 0 0,-6 0 0,3-2 0,0 2 0,-2-2 0,7 2 0,-3 0 0,2 0 0,0-1 0,-4 1 0,4-2 0,-2 2 0,3 0 0,13 6 0,5 4 0,6 2 0,9 4 0,-18-10 0,10 5 0,-17-7 0,1 1 0,-8-2 0,0-2 0,-3 1 0,-3-2 0,-20-7 0,3 0 0,5 2 0,1-1 0,-3-4 0,6 5 0,9 2 0,9 2 0,3 1 0,12 0 0,-7 0 0,6-2 0,-8-2 0,6-1 0,-5-1 0,2 2 0,-5 0 0,-1 2 0,1-1 0,-5 2 0,1 1 0</inkml:trace>
  <inkml:trace contextRef="#ctx0" brushRef="#br1" timeOffset="61827">3798 6796 24575,'13'2'0,"2"1"0,11 0 0,6 1 0,-12-3 0,2-1 0,3 1 0,3-1 0,3 1 0,0-2 0,-3 1 0,-1 0 0,5 0 0,-2 0 0,5 0 0,-9 0 0,-1 0 0,-5 0 0,1 0 0,-1 0 0,-10 0 0,10 0 0,9 3 0,-10-3 0,2 0 0,4 2 0,2-1 0,4-1 0,-1 0 0,-10 1 0,-2 0 0,14-1 0,-17 2 0,-12-2 0,3 0 0,-3 0 0,0 0 0,-1 0 0</inkml:trace>
  <inkml:trace contextRef="#ctx0" brushRef="#br1" timeOffset="63011">4906 6848 24575,'12'0'0,"-3"0"0,1 0 0,-3 0 0,11 0 0,-10 0 0,10 0 0,-13 0 0,9 0 0,8 0 0,10 0 0,2-1 0,4-1 0,-11 1 0,2-1 0,1 1 0,-2 0 0,2 0 0,0 0 0,0 0 0,3-1 0,0 0 0,0 0 0,-3 1-326,-2 1 1,-3 0-1,1-1 326,1 0 0,0 0 0,-5 0 0,2-1 0,-3 2 0,2-2 0,-13 2 0,5 0 0,-7 0 977,0 0-977,-1 0 0,1 0 0,-3 0 0,2 0 0,-4 0 0,3 0 0,-2 0 0,0 0 0,-1 0 0,-1 0 0,-1 0 0</inkml:trace>
  <inkml:trace contextRef="#ctx0" brushRef="#br1" timeOffset="64679">3062 6805 24575,'10'-2'0,"18"0"0,-13-1 0,17 3 0,2-1 0,-5-4 0,1 4 0,7 0 0,-3-1 0,-1-1 0,-1 0 0,-1 1 0,3 1 0,-2 0-430,4-1 0,-4 1 430,-9 1 0,-2 0 211,16 0-211,-26 0 0,7 0 0,-10 0 0,0 0 0,2 0 649,-6 0-649,7 0 0,-7 0 0,4 0 0,-3 1 0,4 0 0,-4 0 0,4-1 0,-4 0 0,-1 0 0,-1 0 0,-1 0 0</inkml:trace>
  <inkml:trace contextRef="#ctx0" brushRef="#br0" timeOffset="143274">4280 8141 24575,'19'4'0,"0"0"0,1 0 0,11 2 0,-5-3 0,0 0 0,-7 0 0,-1 0 0,0-2 0,2-1 0,7 1 0,0 1 0,9-2-823,-10 0 0,3 0 0,-2 0 823,-5 0 0,0 0 0,10 0 0,0 0 232,-3 1 1,-3 1-233,1-2 241,0 2 0,-1-1-241,-11-1 0,15 2 0,-3-1 0,-8 3 0,3-3 0,0-1 1257,3 1-1257,-6 1 0,3-1 0,8-1 0,4 1 0,-7 0 0,2 0 0,0 0 0,-1-1 0,0 0 0,-1 0 0,1 0 0,-1 0 0,-2 0 0,1 0 0,-2 0 265,10 0-265,-9 0 0,1 0 0,8 0 0,-14 0 0,1 0 0,4 0 0,0 0 0,11 0 0,-12 0 0,2 0 0,-3 0 0,-1 0 0,0-2 0,0 0 0,8 0 0,2 1 0,-1-1 0,0 0 0,2-1 0,-2 0 0,-8 3 0,-1-1 0,3-2 0,-2 1 0,1 1 0,4-4 0,-2 5 0,-17-2 0,8 2 0,-11 0 0,7 0 0,-8-1 0,2 1 0,-5-2 0,-1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29:22.89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92D050"/>
    </inkml:brush>
  </inkml:definitions>
  <inkml:trace contextRef="#ctx0" brushRef="#br0">6751 4686 24575,'17'0'0,"5"0"0,4 0 0,2 2 0,1-1 0,8 0 0,-1-1 0,-9 2 0,-2-1 0,3-1 0,-1 0 0,8 0 0,-7 1 0,-1 1 0,2-1 0,-9 0 0,0 0 0,13 2 0,-9-2 0,-5 0 0,1 1 0,4-2 0,8 2 0,-9-2 0,-1 1 0,-1 1 0,8 0 0,0-1 0,1 0 0,-7 0 0,1 0 0,2-1 0,-2 0 0,7 0 0,-4 0 0,0 0 0,-2 0 0,4 0 0,1 0 0,-3 0 0,0-1 0,1 1 0,0-1 0,0-1 0,-3 1 0,5 0 0,-4 0 0,9 1 0,-2-2 0,5 0 0,-6 1 0,-5 0 0,-3-1 0,1 0 0,11-2 0,-1-2 0,-9 3 0,-1 1 0,8-1 0,-5-1 0,-3 4 0,-14-2 0,7 1 0,-8 0 0,1 0 0,0 1 0,-7 0 0,9 0 0,-7-1 0,4 0 0,-1 0 0,-5 1 0,7 0 0,-6 0 0,3 0 0,3 0 0,-5 0 0,6 0 0,-7 0 0,3 0 0,-5 0 0,1 0 0,1 0 0,-2 0 0,0 0 0,-1 0 0</inkml:trace>
  <inkml:trace contextRef="#ctx0" brushRef="#br0" timeOffset="7296">6753 4645 24575,'-16'0'0,"5"0"0,5 0 0,2 0 0,0-1 0,1-1 0,1 0 0,-2-7 0,1 0 0,-2-3 0,3-1 0,1 6 0,-1-8 0,1 7 0,-1-8 0,-1 10 0,3-2 0,-2 4 0,2-1 0,-1-6 0,0-1 0,0 1 0,-2-11 0,3 16 0,-4-23 0,3 23 0,0-12 0,1 13 0,0-6 0,0 6 0,0-3 0,-1 1 0,0-3 0,0 3 0,1-7 0,0 8 0,0-11 0,0 11 0,1-10 0,3 4 0,-1 2 0,2-7 0,-3 12 0,1-8 0,-3 5 0,1-1 0,1-1 0,-2 4 0,1-1 0,1 0 0,-2 0 0,3-2 0,-3 1 0,3-4 0,0 2 0,-1-2 0,1 5 0,-2 0 0,-1 2 0,3-1 0,-3 0 0,3 1 0,0-1 0,2-1 0,1 0 0,0 1 0,0 2 0,0 1 0,0-1 0,2 1 0,-2 0 0,6 2 0,-5-1 0,8 2 0,-8 0 0,26 0 0,-19 0 0,11 0 0,-1 0 0,-7 0 0,4 0 0,2 0 0,1 0 0,3 0 0,-1 0 0,-5 0 0,-3 2 0,-1-2 0,-3 2 0,-4-2 0,7 2 0,-2-2 0,3 4 0,1-4 0,-4 2 0,4-2 0,-2 0 0,3 0 0,2 0 0,11 0 0,-14 0 0,4-1 0,0 0 0,-3 1 0,11-1 0,3 0 0,-15 1 0,0 0 0,5-1 0,-1 0 0,-3 1 0,-1 0 0,15-2 0,-1 2 0,-7 0 0,-2 0 0,1 0 0,11 0 0,-10 0 0,2 0 0,1 0 0,2 0 0,-12 0 0,0 0-291,18-1 1,0-1 290,-15 2 0,0 0 0,7-3 0,-1 0 0,-6 3 0,-1 0 0,6-2 0,-3 1 0,2 1 0,-3 0 0,-1 0 0,-2 0 0,2 0 0,2 0 0,-4 0 0,0 0 0,15 0 0,-5-1 0,-13 0 0,3-1 581,-1 2-581,6 0 0,-15 0 0,8 0 0,-11 0 0,3-1 0,-2 1 0,-3-2 0,2 2 0,-1 0 0,0 0 0,0 0 0,-1 0 0,2-1 0,1 0 0,0 0 0,0 1 0,-3 0 0,-1 0 0,4 0 0,-3 0 0,1 0 0,0 0 0,-3 0 0,1 0 0,-2 5 0,-1-3 0,-1 6 0,0-3 0,0 1 0,0-1 0,0 1 0,0-3 0,0 3 0,0-2 0,0 2 0,0 0 0,0 0 0,0 2 0,0-2 0,0 3 0,0-3 0,0 2 0,0 1 0,0-2 0,0 5 0,0-7 0,0 4 0,0-2 0,0 2 0,0 4 0,0-7 0,0 8 0,0-9 0,0 2 0,0-1 0,0-1 0,0 1 0,0 1 0,0 1 0,0 0 0,0-2 0,0-1 0,0 3 0,0 0 0,0 3 0,0 0 0,0 1 0,0 0 0,0-3 0,0 11 0,0-8 0,2 17 0,-1-18 0,0 12 0,1-17 0,-2 9 0,1-7 0,1 4 0,-2-3 0,2 1 0,0 6 0,-2-7 0,1 11 0,-1-13 0,0 11 0,0-11 0,0 7 0,0-9 0,0 1 0,0-2 0,0 1 0,0-1 0,0 1 0,0-1 0,0 1 0,0-2 0,0 0 0,-1 0 0,1 0 0,-3-2 0,1 1 0,-2-2 0,1 0 0,-6 0 0,1 0 0,-2 0 0,-3 1 0,6 0 0,-1 1-820,4-2 1,2 0 0,-1 0 0</inkml:trace>
  <inkml:trace contextRef="#ctx0" brushRef="#br0" timeOffset="9017">6734 4657 24575,'3'5'0,"0"-1"0,0-1 0,0 0 0,4 2 0,-3-1 0,4 1 0,-4-4 0,-1 2 0,0-3 0,-2 2 0,2-1 0,-1-1 0,-1 2 0</inkml:trace>
  <inkml:trace contextRef="#ctx0" brushRef="#br0" timeOffset="27615">5768 1470 24575,'14'-2'0,"16"3"0,-18 0 0,11 3 0,3 0 0,0 0 0,-3 0 0,-1 1 0,6 2 0,3 2 0,2 6 0,0-2 0,1 3 0,-17-8 0,1 0 0,3 3 0,1 0 0,-2-1 0,-1 1 0,4-1 0,0 1 0,2 3 0,0 0 0,-7-5 0,0 0 0,10 6 0,-1-1 0,6 2 0,-15-7 0,1 1 0,7 6 0,1 1 0,1 4 0,-1 2-322,-7-7 0,1 0 0,-1 1 322,6 7 0,0 1 0,-1 1 0,-1 0-693,-4-6 1,0 1 692,0 1 0,2 2 0,-3-3 0,-1-2 0,-1-2-37,3 6 1,0 0 36,4 3 0,-6-4 0,-4-3 0,1 0 0,9 10 0,-11-8 0,2 1 0,3 6 0,0 1-882,-2-2 1,0 2 881,1 1 0,0 2 0,0-1 0,1 1 0,1 0 0,-6-5 0,1 2 0,0-1 0,-2-5 0,0 0 0,0-1 0,-1 1 0,-1 0 0,1 1 0,3 6 0,1 1 0,-2-2 0,2 1 0,-2 0 0,-2-7 0,-1 0 0,1 1 0,0 2 0,0 1 0,-1-1-142,3 3 1,-1 0 141,-3-3 0,1 1 0,0-1 0,-1-2 0,1 0 0,-2-2 0,0 4 0,1 0 407,1-1 1,1 2-1,0-1-407,0 4 0,-1-1 0,3 1 0,-1 0 0,-4-4 0,0-1 0,1-1 0,-2-2 0,0 7 0,0-9 0,1 0 70,0 12-70,4 1 0,-6-12 0,-1 0 1872,4 7-1872,-2-1 1306,-1-6-1306,-1 1 0,1-2 0,-3-2 0,1-9 0,-4-4 0,3 0 0,-3 0 0,-1-5 0,-4-5 0,-12-12 0,-2-5 0,5 8 0,-1 0 0,1 1 0,1 0 0,-4-4 0,-3-1 0,11 9 0,0 0 0,2 2 0,3 3 0,14 17 0,5 5 0,2-3 0,1 6 0,2 1 0,-2-6 0,-1-2 0,0 2 0,12 9 0,-22-20 0,2 2 0,-6-3 0,2 0 0,-1 0 0,-1 0 0,0-3 0,2-23 0,-3 9 0,6-22 0,0 17 0,1 0 0,2-4 0,-1 5 0,-1-1 0,2-3 0,-5 12 0,1-3 0,-5 10 0,-1 1 0</inkml:trace>
  <inkml:trace contextRef="#ctx0" brushRef="#br0" timeOffset="46383">3695 6290 24575,'8'-2'0,"2"1"0,-3 1 0,0 0 0,0 0 0,-2 0 0,3 0 0,-1 1 0,0-1 0,0 2 0,0-2 0,7 0 0,-4 1 0,4-1 0,-8 2 0,8-2 0,-7 0 0,9 1 0,3 0 0,5 1 0,9-2 0,-10 0 0,11 0 0,-10 2 0,12-1 0,-14 2 0,1-3 0,-15 0 0,11 0 0,-12 0 0,10 0 0,-9 1 0,1-1 0,-1 2 0,6-2 0,-5 0 0,12 0 0,-10 0 0,25 0 0,-3 0 0,-13 0 0,0 0 0,15 0 0,-7-2 0,-2 2 0,1 0 0,-5-1 0,3 0 0,1-1 0,5-1 0,1 0 0,-5 1-633,3 1 0,0-1 633,4-1 0,3-1 0,-7 1 0,0 2 0,4 0 0,-25 0 0,4 1 0,-8 0 0,1 0 0,0 0 1266,-2 0-1266,3-2 0,-2 2 0,1-2 0,0 2 0,-3 0 0,1 0 0,0 0 0,11 0 0,2 0 0,6 0 0,-5 0 0,3 0 0,-10 0 0,13 2 0,-18-2 0,11 1 0,-9-1 0,2 0 0,-5 0 0,-3 0 0,-1 0 0</inkml:trace>
  <inkml:trace contextRef="#ctx0" brushRef="#br0" timeOffset="54497">15305 2833 24575,'0'30'0,"0"-1"0,0 1 0,0 2 0,0-1 0,0-1-1088,0 7 1,0-1 1087,0-10 0,0 1 0,0 2-820,1 0 1,0 3 0,0 0 0,0-2 366,0-1 1,1-1 0,-1 2 452,1 0 0,-1 1 0,0 1 0,0-3-139,1-2 1,1-2-1,-1 0 139,-2 10 0,0-1-18,2-9 1,1 1-1,-1-2 18,-2-1 0,1-1 0,0 1 0,1-1 763,-1 13-763,0-20 3276,5 3-2640,-2-18 1885,7 0-2521,-2-4 82,3 2-82,10-3 0,4 0 0,-5 3 0,1 1 0,12-2 0,3 0-763,-5 2 0,1 2 0,-1-1 763,-6 0 0,0 0 0,2 0-764,6 0 0,4 0 0,1 0 1,-3 0 763,-1 0 0,-1 0 0,1 0 0,-5 0 0,1 0 0,1 0 0,0 0 0,-2 0 0,0 0 0,1 0 0,0 0 0,-2 0-717,0 1 1,-2 0 0,1 0 0,2 0 716,2-1 0,3 0 0,1 0 0,1 0 0,-2 0 0,-2 1 0,0-1 0,-3 2 0,1-1 0,4-1 0,-3 1 0,4-1 0,1 0 0,2 0 0,-1 0 0,-3 0 0,-3-1 0,0 1 0,-4 0 0,0 0 0,4 0 0,-2 0 0,3 0 0,2 0 0,1 0 0,-2 0 0,-3 0 0,-4 0-144,2 0 0,-5 0 1,3 0 143,2 0 0,3 0 0,2 0 0,-1 0 0,-3 0 0,3 0 0,-2 0 0,0 0 205,3 0 0,-1 0 1,0 0-206,5 0 0,-3 0 0,-8 0 0,-3 0 2514,11 0-2514,-6 0 0,1 0 0,-11 0 0,1 0 0,4 0 0,3 0 0,-2 0 0,-4 0 0,1 0 0,16 0 0,-4 0 0,-12 0 3276,12 0-3058,-12 0 455,-8 0-673,4 0 1343,-12-2-1343,0-27 0,-1-12 0,-2 17 0,-1 0 0,2-3-620,0-4 1,2-4 0,-1-1 0,1 1 619,0 4 0,0 1 0,0-1 0,0 0 0,0-6 0,1-1 0,0 1 0,0 3 0,1 2 0,0 2 0,-1-1-336,-1-1 0,-1-3 1,1 1-1,-2 6 336,2 5 0,-1 2 0,-1-13 0,-1 3 0,2 3 0,-5 5 0,0 0 0,3-7 0,-3 1 0,0-2 0,0 7 0,0-1 0,0-1 0,0-2 0,0-10 0,0 1 0,0 15 0,0 0 764,0-5 0,0-4 0,0 6-764,0 0 764,-1 1 0,0 3-764,1 16 0,-5-3 0,-5 6 0,-17 6 0,7-3 0,-3-1 0,-2 2 0,-1 0 0,-1-2 0,-3 0-560,-2-1 1,-4-1-1,-2 1 560,8 1 0,-2 0 0,-1 0 0,0 0 0,1-1-820,-5 0 1,0 0 0,1 0 0,-2 0 336,5 1 0,-1-1 1,-1 0-1,1 0 0,1 1 483,-2-1 0,-1 1 0,3 0 0,0 0-397,0-1 1,2-1 0,-4 1 396,4 0 0,-5 1 0,-1-1 0,-1 0 0,2 1 0,6 0 0,-3-1 0,5 1 0,-4 0-301,4-1 1,-5-1 0,-1 1 0,0 0 0,2-1 0,5 1 300,-10 1 0,2 0 0,0-2 0,-2 1 0,-2 0 0,9 1 0,0 0 0,-2 0 0,0 0 0,1 0 0,1 0 0,0 0 0,0 0 0,-1 0 0,0 0-247,-5-1 1,-2 1 0,0-1-1,1 0 1,1 0 246,-2 1 0,1 0 0,1 0 0,0-1 0,0 0 0,1-2 0,0 1 0,1 1 0,-3 0 0,2 1 0,-4 0 328,5-1 1,-3-1-1,-2 0 1,3 1-1,4-1-328,3 2 0,4 0 0,-2 0 7,-7-1 1,-5 0 0,2 0 0,5 0-8,7 1 0,1 0 475,-6 0 0,-3 0 0,4 0-475,7 0 0,2 0 1440,-7 0 0,1 0-1440,5 0 3129,8 1-3129,4 0 1738,5 0-1738,0 0 747,3 2-747,1 1 0,1 1 0,1 5 0,1-4 0,3 16 0,-1-8 0,2 15 0,1-1 0,-3-7 0,1-3 0,0-5 0,-3-5 0,7 14 0,-7-13 0,7 17 0,-10-19 0,5 9 0,-5 2 0,1-6 0,0 6 0,-2 3 0,1 4 0,0-5 0,0 1 0,0 16 0,0-15 0,0-1 0,0 7 0,0-1 0,0-22 0,0-1 0,0-1 0,0-1 0,0-1 0</inkml:trace>
  <inkml:trace contextRef="#ctx0" brushRef="#br0" timeOffset="56531">16123 2785 24575,'0'26'0,"0"0"0,0 3 0,0 3 0,0 1 0,0-4 0,0 1 0,0 1 0,0-1-820,0-2 1,0 0 0,0 0 0,0 2 267,0 1 0,0 1 1,0 1-1,0-2 1,0-4 551,0 6 0,0-2 546,0 6 1,0-1-547,0-9 0,0-4 0,-2 8 1110,1 4-1110,-1-22 0,2-48 0,0 11 0,0-2 0,0-2 0,-1-7 0,-1-2 0,1 1 616,1-1 1,0 0 0,0 2-617,-2 4 0,1 2 0,0 0 0,1 0 0,0 0 0,0 1 0,0-6 0,0 1 0,0 4 0,0-1 0,0 5 466,0-10-466,0 3 0,0 20 0,0 6 0,11 13 0,1 11 0,1 3 0,1-2 0,1 1 23,-1 0 1,2 1 0,0 0-24,7 6 0,0-2 0,-6-7 0,1 0 0,-1 1 0,1 1 0,-3-3 147,4 3-147,4 5 0,-11-12 0,-8-11 0,4 3 0,11-21 0,4-8 0,-1-1 0,1-2 0,-3 5 0,-1 0 239,1-3 1,1 0-240,1 1 0,-1 1 0,1-4 0,-5 6 0,-2 0 0,-3-1 0,1 3 0,-3 1 0,-7 17 0,0 2 0,-1 21 0,-3 15 0,0 0 0,2-9 0,0 0 0,1 3-352,-1-3 0,0 3 1,1 1-1,-1-1 0,1-2 352,0 8 0,1-2 0,0-4 0,1 1 0,-1-4 0,0 5 0,-3-27 0</inkml:trace>
  <inkml:trace contextRef="#ctx0" brushRef="#br0" timeOffset="59629">16787 3898 24575,'3'27'0,"0"0"0,0 6 0,1 2 0,2 1 0,1 0-1639,-2-1 1,0 2 1370,1-9 0,0 2 0,1 0 0,-1-2 268,-2-1 0,-1-1 0,1 0 0,1 5 0,2 1 0,-1 1 0,-2-2 0,0 1 0,0-2 0,0 3 0,0 1 0,-2-5 0,0 3 0,0 0 0,0-3 0,2 3 0,-1 2 0,-2-1 0,0 4 0,0 2 0,0-5 0,1-5 0,1-3 0,-1 1 0,0 9 0,-1 1 0,0-3 0,1 0 0,-1-3-298,-1 0 1,0-2 297,0-4 0,0 0 555,1 2 1,0-2-556,0 5 0,1-14 0,-30-12 0,-12-5 0,14 2 0,-1-1 0,-1 1 105,-3-1 0,-2 0 1,-1 0-1,2 0-105,-6-1 0,2 1 0,-2 1 0,6-1 0,-1 1 0,-2 0 0,-1 0 0,6 0 0,-2 0 0,-1-1 0,0 1 0,0 0 0,1 0 0,0 1 0,1-1 0,0 1 0,-1 0 0,-3 0 0,4-1 0,-3 0 0,-2 0 0,-1 0 0,1 0 0,1 0 0,3 0 0,4 0 0,-11 1 0,7-1 0,-5 1 0,8-2 0,-4 1 0,-2 0 0,0-1 0,0 1 0,3-1 0,5 0 0,-4 0 0,4 0 0,-3 0 0,-3 0 0,-4 0 0,-1 0 0,1 0 0,5 0 0,-6 0 0,3 0 522,2 0 1,-1 0 0,3 0-523,1 0 0,3 0 0,-8-2 0,12 2 0,1-1 0,3-3 0,-11 4 0,-2-5 0,12 3 0,-3 1 0,-5-1 0,-1 0 0,7 1 0,0-1 922,1 1 0,1 0-922,-15 0 0,19-1 0,-8 2 0,18 0 0,-1 0 0,4 16 0,3 9 0,-1-2 0,1 1-259,0 1 0,0 1 1,0 1 258,0-2 0,0 0 0,0 1 0,0 5 0,0 3 0,0 0 0,-1 2 0,-1 1 0,1 1 0,1-2 0,0 2 0,0 0 0,-1-2-670,0-7 0,0-1 0,0-1 0,1 2 670,-1 4 0,1 1 0,1-1 0,-1-2 0,0 6 0,0-1-151,-1-2 1,0 3-1,0-5 151,0-9 0,1-3 0,-2 8 0,1-5 0,1-14 0,0-1 0,0-7 0</inkml:trace>
  <inkml:trace contextRef="#ctx0" brushRef="#br0" timeOffset="63676">14115 7028 8191,'-6'22'0,"0"0"0,2 1 0,0 3 1092,2 6 0,1 4 0,1-1-1073,2-8 0,0-1 0,1 3-19,0-1 0,-1 3 0,0 1 0,1-1 0,0-3 0,1 0 0,1-3 0,-1 3 0,1 4 0,0 5 0,-1-2 0,0-5 0,0-3 0,-1-2 965,0 3 1,-1 2 0,0-7-966,2-6 1928,-4 7-1928,1-21 3276,9-32-1879,-8 7 0,-2-2-1397,4-12 0,0-2 0,-5 2 0,-2 3 0,0 8 0,1 2 1010,0-6 1,0 2-1011,0-4 0,2 6 0,0-1 67,0 7 1,0 0-68,1-18 0,2 0 0,1 10 0,4-5 0,-4 17 0,6-8 0,-5 14 0,2-3 0,5-3 0,-6 7 0,12-11 0,-12 11 0,5-2 0,-8 5 0,1 2 0,1 0 0,1-1 0,0 0 0,18-8 0,-9 3 0,10-1 0,-9 4 0,-6 5 0,2-1 0,9 2 0,-10-1 0,9-3 0,0-1 0,-4 0 0,14-5-3277,-19 6 0,-3 2 3047,0 0 230,-1 3 0,-1 1 0,4 3 0,6 8 0,-5-4 3276,11 12 0,-8-5-3044,7 12-232,-6-8 0,-2 8 0,-2-1 0,-2-7 0,-1 3 0,-2-1 0,-4-5 0,0-7 0,-2 4 0,-1-9 0,-11 12 0,-7 1 0,-10 3 0,6-9 0,-1-2 0,-11 1 0,6-6 0,-1-1 0,8-2 0,0-1 0,-6-1 0,-1 0 0,2 0 0,2 0 0,-5 0 0,2 0 0,23 0 0,-2 0 0,-11 0 0,-2 0 0,-13 0 0,13 0 0,-1 0 0,13 0 0,-4 0 0,2 0 0,5 0 0,6-2 0,2 2 0,2-2 0</inkml:trace>
  <inkml:trace contextRef="#ctx0" brushRef="#br0" timeOffset="66563">14598 6466 24575,'-20'5'0,"-1"0"0,-7 0 0,-3 0 0,6-2 0,-1-1 0,-1 0 0,-9 1 0,-1 0 0,1-1-890,6 0 1,2-1 0,-2 0 889,-7 1 0,-1-1 0,2 0 0,10-1 0,2 0 0,-1 0 0,-5 0 0,0 2 0,1-1 0,3 0 0,1 1 0,-1-1 0,-5 0 0,-1 1 0,1-1 0,-3 3 0,0-1 0,5-2 0,-1-1 0,0 0 0,0 1 0,0 0 0,1 0 0,-5 0 0,-1-2 0,0 1 0,-3 0 0,4 0 0,7 0 0,1 0 0,-5 0 0,3 0 848,5 0-848,6 0 439,7 0-439,4 22 0,4-4 0,2 6 0,0 6 0,0 6 0,0 1 0,1-5 0,0 1 0,0 2 0,0 1-547,-1-2 1,0 2 0,0 1 0,0 1 0,0-1 0,1-3-17,-1-2 1,1-3 0,0 1 0,0 0 0,-1 2 562,1 1 0,-2 4 0,1 1 0,0 0 0,0-1 0,0-3 0,0-5 113,1 6 0,1-6 0,-1 4-113,-1-2 0,1 4 0,-1 3 0,1-2 0,0-2 0,0-5 0,3 5 0,-1-2-258,0-4 1,-1 5-1,1-2 1,-1-4 257,2-1 0,0-3 0,3 10 0,1 1-122,-2-3 1,-1 0 121,2-3 0,0-1 0,-2-5 0,-1-2 3276,1 5-900,-2-19-1577,-3-1-799,2-3 1548,-2 1-1548,0 0 404,5 11-404,-1-7 0,4 7 0,24-5 0,-17-6 0,14 2 0,3 1 0,-4-5 0,1 1 0,8 1 0,-3-2 0,-6 0 0,1-2-527,-1 1 0,4-1 0,1 0 1,-4 0 526,5-1 0,-1 0 0,-7 0 0,1 1 0,0 0 0,1-2 0,1 1 0,-2 0 0,4 0 0,1-1 0,2 0 0,4-1 0,-3 0 0,-9 2 0,-1 1 0,0-1 0,4-1 0,-1-1 0,2 1 0,-1 2 0,0 1 0,1 0 0,-2 0 0,0-1 0,-2 0 0,2 0-501,0 0 1,3 0 0,1 0 0,-1 1 0,-3-1 500,4 1 0,-4 0 0,2-1 0,-3 0 0,1 0 0,1 0 0,1 0 0,5 0 0,3 0 0,-1 1 0,-1-1 0,1 0 0,-1 1 0,2 0 0,-5-1 0,2 1 0,1-1 0,0 0 0,-4 0 0,7 0 0,-2 0 0,-2 0 0,-3 1 0,-1-1 0,0 1 0,2-1 0,1 0 0,-4 0 0,-3 1 0,-1 0-538,8 0 1,4 0-1,-4 0 538,-11 0 0,0 0 0,10 0 0,4 0 0,-6 0 0,-11 0 0,-1 0 0,16 0 0,-1 0 0,-9 0 0,1 0 1635,-19 0-1635,-4 0 2505,1-6-2505,-1-11 0,-2-5 0,2-11 0,-1 7 0,-1-7 0,0-1 0,0 3 323,0 6 0,-1 1 0,0-2-323,1-7 0,-1-4 0,1-3 0,0 1 0,-1 5 0,1 0 0,-1 3 0,-1-4 0,0 4 0,0-4 0,-1-1 0,0-1 0,0 2 0,-1 3-820,1 2 1,-1 2 0,0 1 0,-1-1 733,0-5 1,0-1 0,-1 0 0,-1 1 85,-2 0 0,-1 1 0,-1 0 0,-1 1-490,-1 1 0,-1 1 0,0 0 1,1 0 489,1 1 0,1 0 0,0 0 0,-1 0-150,-5-7 1,-1 0 0,3 7 149,3 5 767,-6-4-767,10 16 3241,-9-6-3241,9 8 2464,-9-6-2464,5 3 665,-5-3-665,8 6 0,-5-1 0,8 5 0,-9-3 0,0 2 0,-2-3 0,-12-2 0,-5 0 0,-1 0 0,-1 1-278,7 2 1,-1 1-1,0 0 278,1 1 0,1 0 0,-1 1 0,-5 3 0,0 1 0,0 0 0,6-1 0,0-1 0,0 1 0,-6 0 0,0 1 0,3 0 0,0-2 0,4 0 0,3 1 0,1 0 0,-12-1 0,8 1 0,1 1 0,-5 1 0,7 0 0,0 0 0,-5 0 0,-9 0 0,14 1 0,1 1 833,-4-2-833,2 2 0,-1-1 0,6-1 0,1 0 0,-19 0 0,5 0 0,11 0 0,15 0 0,-7 0 0,5 0 0,3 0 0,-13 0 0,8 0 0,-5 0 0,9 0 0,4 0 0,1 0 0</inkml:trace>
  <inkml:trace contextRef="#ctx0" brushRef="#br0" timeOffset="69844">14951 6044 24575,'18'0'0,"5"-1"0,1 0 0,10 0 0,-6-1 0,4-2 0,-5 2 0,4 1 0,5-4 0,-3 0 0,-22 2 0,13-1 0,-20 1 0,1 0 0,3-7 0,-5 2 0,1-7 0,-4 8 0,0-4 0,0 5 0,0 1 0,-1 0 0,-2 2 0,-2-1 0,-1 0 0,0 1 0,-11-1 0,-9-4 0,2 0 0,-7-3 0,18 4 0,-1 1 0,-1-1 0,6 4 0,-4-1 0,6 3 0,-1 0 0,2 0 0,-3 0 0,3 1 0,-4 0 0,2 1 0,-1 0 0,0 3 0,0-1 0,-3 6 0,1 0 0,2-1 0,2 0 0,3-4 0,0 1 0,2 0 0,1 4 0,1-4 0,0 6 0,0-5 0,0 5 0,0-6 0,0 4 0,0-3 0,0 0 0,1 3 0,1-3 0,0 2 0,3 6 0,-2-1 0,3 4 0,-2-3 0,1 1 0,-1-6 0,1 1 0,0 1 0,-1-5 0,6 10 0,-4-10 0,3 5 0,5-3 0,-6-2 0,16 6 0,-14-5 0,9 1 0,2 0 0,-7-3 0,22 1 0,-23-4 0,22 0 0,-24-2 0,12 0 0,-15 0 0,0 0 0,-5 0 0,0 0 0,0 0 0,2-2 0,0 2 0,-1-3 0,-1 3 0,-1-1 0</inkml:trace>
  <inkml:trace contextRef="#ctx0" brushRef="#br0" timeOffset="73863">16787 3959 24575,'0'20'0,"0"-1"0,0 2 0,0-7 0,0 17 0,0-9 0,0-2 0,0 9 0,0-18 0,-1 11 0,1-11 0,-2 1 0,2-5 0,0 2 0,0-5 0,0-4 0,-5-13 0,3 6 0,-5-23 0,6 19 0,-1-7 0,2 5 0,0 4 0,1-4 0,-1 4 0,3 2 0,-1-1 0,-1 3 0,2-3 0,-1 3 0,1-1 0,0 0 0,-1 3 0,0-3 0,0 2 0,3 7 0,2 3 0,3 10 0,-3-6 0,7 10 0,-7-11 0,7 6 0,-6-3 0,-2-4 0,4 11 0,-4-10 0,2 6 0,-4-9 0,-3-3 0,1 0 0,-1 0 0,1 0 0,-4-2 0,-3 1 0,0-2 0,-2 1 0,3-1 0,-1 2 0,-1-2 0,0 0 0,-1 0 0,3 1 0,1-1 0,4 3 0,0-1 0</inkml:trace>
  <inkml:trace contextRef="#ctx0" brushRef="#br0" timeOffset="196322">3714 6304 24575,'23'0'0,"1"0"0,6 0 0,4 0 0,2 0 0,-5-1 0,1 0 0,0 0 0,0 0-820,2 0 1,-1 0 0,1 0 0,2 0 272,-5 0 1,2 0 0,0 0 0,1 0 0,-2 1 0,-4-1 155,7 0 1,-4-1-1,3 1 391,0 1 1,4 0-1,0 0 1,-1 0-1,-6 0 0,5 0 0,-2 0 430,3 0 0,4 0 0,-9 0-430,-10 0 0,15-2 0,-31 2 3276,10-3-2800,-6 2 1759,9-1-2235,-4 2 447,11 0-447,0 0 0,6 0 0,-11 0 0,0 0 0,9 0 0,-7 0 0,0 0 0,-4 2 0,11-1 0,6 6 0,-6-6 0,-4 3 0,-1-1 0,8-2 0,-11 1 0,1 1-453,5-3 0,1 1 453,-2 2 0,1 0 0,2-2 0,2-1 0,-1 0 0,-2 1 0,-1 0 0,1 0 0,0 0 0,1-2 0,0 1 0,-1 0 0,2 0 0,-2 0 0,2 0 0,7 0 0,0 0 0,-2 0 0,1 2 0,-2 0 0,-7-2 0,1 0 0,0 1 0,-1 0 0,1 0 0,-2 0-664,6-1 0,0 0 664,1 1 0,2 1 0,-3-1 0,-2-1 0,1 0 0,-1 1 0,5 0 0,0 0 0,-5 0 0,3-1 0,2 0 0,-6 0 0,6 0 0,2 0 0,-2 0 0,-5 0 0,-4 0 0,-4 0 0,4 0 0,5 0 0,6 0 0,2 0 0,-3 0 0,-4 0 0,-6 0 0,-4 0 0,3 0-570,8 0 0,4 0 0,1 0 0,-6 0 570,4 0 0,-2 0 0,-8 0 0,2 0 0,0 0 0,-1 0-528,2-1 0,-2 0 1,1 0 527,4-1 0,0 1 0,-1 0-17,0-1 1,-1 0 16,4 1 0,-2-1 928,3-1-928,-11 3 0,0 0 0,3-3 0,-1 0 0,-7 2 0,2 1 0,9-3 0,6 0 0,-4-1 0,-8 2 0,2 0 0,5-1 0,6 1 0,2-1 0,-4 1-549,0 0 1,-3 1-1,1 0 549,-4 0 0,1 0 0,1 1 0,1-1 0,4 1 0,2 0 0,-1 0 0,-4 0 0,3 0 0,0 0 0,-7 0 0,4 0 0,-1 0 0,-4 0 290,1 0 0,-4 0-290,2-1 0,0 0 346,0-2 0,-2 0-346,2-1 0,-7 1 0,-1 1 113,-6 2-113,-4-1 3276,-5 1-2336,4-2 307,-2 1-1247,1-1 0,4-4 0,-4 3 0,5-7 0,-5 5 0,15-19 0,-10 9 0,10-13 0,-13 14 0,-3-1 0,-4 5 0,2-6 0,-3 5 0,0-13 0,1 2 0,-2-13 0,-1 7 0,-3-3 0,-4 0 0,1 11 0,-1-15 0,-1 8 0,2 2 0,0 1 0,0 0 0,3-2 0,-3-1 0,1-1 0,2 3 0,-3-5 0,3 16 0,1 5 0,-1-3 0,1 7 0,1-1 0,0 2 0,-2 1 0,-10-1 0,5 3 0,-14-2 0,-5 2 0,-3 0 0,4-1 0,-4-2 0,2 1 0,4 1 0,1 0 0,-8-2 0,-4 0 0,3 0 0,0 0 0,1 0-207,5 1 1,-1 1 0,2 0 206,-1-1 0,1 0 0,-1 3 0,2-1 0,-2-1 0,2 0 0,0 1 0,0 0 0,4 0 0,-1-1 0,2 1 0,0 0 0,-3-1 0,-2 0 0,-2 0 0,-1 0 0,1-2 0,0 1 0,2 3 0,0 0 0,-10-2 0,0 0-408,13 1 0,0-1 408,-5 2 0,-2 0 0,3-1 0,-6-2-152,7 3 0,0 0 152,3-1 0,1-1 0,-16 1 0,12 0 0,-2-1 0,-1 1 0,0-1 0,7 2 0,-2-1 0,-3 0 0,-6-1 0,0 0 0,3 1 0,-1 0 0,-1 1 0,3-1 0,-5 1 0,-2-1 0,0 0 0,4 0 0,-2 0 0,3 0 0,-2 0 0,-3 0 0,-1 1 0,-2 0 0,2 0-681,5-1 1,0 0 0,1 0 0,1 1 680,-6-2 0,1 1 0,-1 0 0,3 0 0,-2 1 0,0 0 0,3 0-783,-1-1 0,3-1 0,-2 1 783,3 1 0,-2 0 0,0 0 0,0 0 0,-1 1 0,0 0 0,0 0 0,1 0-133,-1-1 1,2 0 0,-5 1 132,5 0 0,-4 0 0,-2 1 0,0-1 0,1 0 0,5 0 0,-6 0 0,5-1 0,-4 0-352,1 1 1,-3 1 0,-1-1 0,1 1 0,5-1 351,3-1 0,3 0 0,-2 1 0,-9 0 0,-3 2 0,4-1 0,4 0 0,2 0 0,-9 0 0,0 0 506,7 1 0,1 0-506,6-3 0,0 1 971,-14 0 1,0 0-972,11 0 0,2-2 0,-1 1 0,-2 0 0,2 0 0,-1 0 0,1 0 0,-4 0 0,-1 0 0,-2 0 0,-4 0 0,0 0 0,2 0 0,0 0 0,0 0 0,0 0 0,1 0 0,-2 0 0,-1 0 0,-3 0 0,1 0 0,4 0-107,3 0 1,3 0 0,-2 0 106,-5 0 0,-2 0 0,2 0 0,7 0 0,2 0 0,1 0 1211,-3 0 0,-1 0-1211,-2 2 0,-2 0 0,4 0 0,9-2 0,1 1 902,-16 4 0,3 0-902,13-4 267,-10 5-267,15-6 1833,2 3-1833,-4-2 0,-8 1 0,-9 0 0,1-1 0,10 0 0,2 1 0,-4-1 0,-1 0 0,-5 1 0,13-2 0,-14 1 0,19 0 0,2 0 0,0 1 0,4-2 0,-3 3 0,3-3 0,-16 7 0,9-4 0,-18 6 0,13-4 0,-10 4 0,8-2 0,4 0 0,7-4 0,6-1 0,0-1 0,-6 2 0,1 3 0,-2 0 0,4 4 0,5-5 0,-2 5 0,-1 6 0,2-6 0,-5 10 0,3-1 0,-3 12 0,2-7 0,0-3 0,0-1 0,0 0 0,-3 1 0,0 0 0,1-2 0,-7 13 0,8-19 0,-2 7 0,3-11 0,-1 8 0,4-9 0,0 4 0,2 0 0,0-6 0,0 4 0,0-2 0,0-4 0,0 7 0,0-7 0,0 5 0,1 1 0,0-3 0,1 12 0,-2-4 0,0 0 0,0 1 0,1-10 0,-1 2 0,2-2 0,-2 1 0,2 11 0,-1 2 0,2 0 0,-2-7 0,0-7 0,0-2 0,0 1 0,2 2 0,-2-2 0,1 1 0,2-2 0,-1 0 0,2 0 0,3 1 0,-4-3 0,4 3 0,-3-3 0,5 2 0,-3 0 0,3 1 0,-4-2 0,0-2 0,3 2 0,-4-1 0,3-1 0,-4 2 0,1-3 0,4 3 0,-1-3 0,-1 2 0,3-1 0,-6-1 0,6 2 0,-5-2 0,3 0 0,-4 0 0,1 0 0,-3 0 0,-1 0 0</inkml:trace>
  <inkml:trace contextRef="#ctx0" brushRef="#br0" timeOffset="-186413.73">14960 10138 24575,'9'1'0,"5"-1"0,-2 2 0,8-2 0,-5 1 0,11 0 0,-6 0 0,2-1 0,-2 0 0,1 0 0,5 0 0,0 0-407,6 0 1,-1 0 406,-7 0 0,0 0 0,3 0 0,4 0 0,-1 0 0,-3 0 0,-1 0 0,0 0 0,4 0 0,0 0 0,0 0-158,-4 0 0,0 0 0,0 0 158,2 0 0,1 0 0,-2 0 0,-3 0 0,-1 0 0,10 0 0,2 0 0,-7 0 0,0 0 0,1 0 0,2 0-315,-1 0 0,3 0 1,-2 0 314,-2 0 0,0 0 0,-2 0 0,1 0 0,0 0 0,6 0 0,-2 0 0,-2 0 0,1 0 0,-5 0 0,1 0 0,-1 0 0,10 0 0,1 0 0,-8 0 0,1 0 0,-1 0-193,-2 0 1,0 0 0,0 0 192,4 0 0,0 0 0,1 0 0,-3 0 0,0 0 0,1 0 0,4 0 0,2 0 0,-2 0 0,-6 0 0,-2 0 0,1 0 0,6 0 0,0 0 0,-2 0 0,-5 0 0,-1 0 0,5 0 0,1 0 0,4 0 0,-2 0-215,-9 0 1,-1 0 214,9 0 0,2 0 0,-4 0 0,2 0 0,-2 0 0,-1 0 0,0 0 0,-1 0 0,2 0 0,-4 0 0,4 0 426,-12 0-426,-12 0 228,-1 0 1,-3 0 0,-1 0-1</inkml:trace>
  <inkml:trace contextRef="#ctx0" brushRef="#br0" timeOffset="-183697.73">5923 9232 24575,'16'2'0,"2"-2"0,12 3 0,-10-2 0,6 2 0,-12-2 0,-2 0 0,15-1 0,-12 0 0,10 2 0,-16-2 0,6 2 0,7 0 0,13 0 0,-6 1 0,2-1 0,3 0 0,2 0-995,0-1 1,1 1 994,-6-2 0,1 0 0,-1 0 0,5 0 0,0 0 0,-9 0 0,2 0 0,1 0 0,-3 0 0,0 0 0,-2 0 0,1 0 0,2 0 0,2 0 0,2 0 0,3 1 0,2 0 0,2 0 0,-2 0 0,-6-1 0,-2 0 0,1 0 0,3 0 0,-4 1 0,3 0 0,0 1 0,1-1 0,0 1 0,-2-1 0,1 0 0,1 0 0,-2-1 0,0 1 0,-1 0-724,0 0 1,-1 0 0,0 0 0,1 1 723,6 0 0,2 0 0,0 0 0,-4-1 0,-5 0 0,-2-1 0,1 0-192,6 1 1,3 0 0,0 1 191,-4-1 0,2 0 0,0-1 0,-1 1 0,-3-1 0,-1 1 0,0-1 0,3 0 0,2 1 0,2 1 0,1 0 0,0-1 0,-2 0 0,0 0 0,-1-1 0,0 0 0,0 0 0,-1 1 0,1 0 0,1 0 0,-2-1 0,-3 1-518,5-1 0,-3 0 1,1 0 517,-5 0 0,1 0 0,-1 0 0,-2 0 0,10 0 0,-3 0 0,-4 0 0,1 0 0,-5 0 0,2 0 0,-2 0 545,-1 0 1,-1 0-546,6 0 0,0 0 0,1-1 0,0-1 0,-5 2 0,-1-1 1350,0 0 1,-2 0-1351,2 1 659,-17 0-659,-1 0 516,-4 0 1,-1 0 0,-1 0 0</inkml:trace>
  <inkml:trace contextRef="#ctx0" brushRef="#br1" timeOffset="-167996.73">2527 8573 24575,'19'0'0,"0"0"0,13 2 0,4-1 0,-7 1 0,-1-2 0,-3 0 0,-8 0 0,15 0 0,-8 0 0,7 0 0,5 0 0,-15 0 0,7 0 0,1 0 0,-2 0 0,-5 0 0,2 0 0,1 0 0,-2 0 0,9 0 0,-6 0 0,4 1 0,-3-2 0,-8 0 0,1-1 0,5 2 0,3 0 0,-2 0 0,-1-2 0,-1 1 0,-1 1 0,-1 0 0,-1 0 0,-2 0 0,17 0 0,-16-1 0,0-1 0,1 2 0,1-1 0,7 0 0,-1 0 0,7 1 0,2-2 0,0 1 0,-18 0 0,1 1 0,11-1 0,6-2 0,-4 2 0,-8 0 0,1 1 0,8-1 0,6 0 0,-2 1 0,-11 1 0,0 0 0,0 0 0,8 0 0,2-1 0,-1 0-141,-3 1 0,0 0 0,0 0 141,5-1 0,0 0 0,-2 0 0,1 0 0,-1 0 0,-4 0 0,1 0 0,-5 0 0,-7 0 0,-1 0 0,9 0 0,-1 0 0,-1 0 0,-1 2 0,-10-2 0,-6 1 0,8-1 0,9 0 0,2 0 0,-2 2 0,1-1 0,3 0 0,-11 0 0,0 0 423,14-1-423,-22 0 0,19 0 0,-25 0 0,10 0 0,-11 0 0,9 0 0,-7 0 0,13 0 0,-5-1 0,8 0 0,-6 0 0,-2 1 0,2 0 0,-8 0 0,9 0 0,-12 0 0,7-2 0,-11 2 0,1-1 0</inkml:trace>
  <inkml:trace contextRef="#ctx0" brushRef="#br1" timeOffset="-144553.73">8939 10138 24575,'16'1'0,"-2"0"0,4 0 0,-9-1 0,13 0 0,1 0 0,-8 0 0,6 1 0,2 0 0,0-1 0,1 2 0,-5-2 0,0 0 0,-2 0 0,3 0 0,-1 0 0,-5 0 0,7 0 0,1 0 0,-8 0 0,5 0 0,1 0 0,-4-2 0,2 2 0,3 0 0,2-1 0,0 0 0,-1 1 0,2 0-411,3 0 0,2 0 0,-1 0 411,0 0 0,0 0 0,4 0 0,1 0 0,3 0 0,-3 0 0,-10 0 0,1 0 0,4 0 0,3 0 0,-2 0 0,-4-2 0,1 1 0,1 0 0,4 2 0,0-1 0,-4-1 0,2-2 0,1 0 0,-3 2 0,4 1 0,0 0 0,-6 0 0,-3-2 0,-1 1 0,13-1 0,0 0 0,-7 2 0,-2 0 0,-1-2 0,2 0 0,7 1 0,-1 0 0,-12 0 0,-1 1 0,3-1 0,2-1 0,0 1 0,2-1 0,5 0 0,2 0 0,-5 1 0,1-1 0,3-2 0,0 2 0,-13 2 0,-1-1 0,1-2 0,0 0 0,2 3 0,-1-1 0,4-3 0,13 2 0,0 2 0,-14-2 616,7 1 1,0 0-617,-9-2 0,1 3 0,-3-3 0,0 3 0,-11 0 0,3-1 0,13 0 0,-9 0 0,19 1 0,-21 0 0,5 0 0,-6 0 0,-5 0 0,8 0 0,-8 0 0,1 0 0,-5 0 0,0 0 0,1 0 0,4 0 0,-4 0 0,4 0 0,-6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34:27.853"/>
    </inkml:context>
    <inkml:brush xml:id="br0">
      <inkml:brushProperty name="width" value="0.05292" units="cm"/>
      <inkml:brushProperty name="height" value="0.05292" units="cm"/>
      <inkml:brushProperty name="color" value="#92D050"/>
    </inkml:brush>
  </inkml:definitions>
  <inkml:trace contextRef="#ctx0" brushRef="#br0">4269 6478 24575,'21'2'0,"4"-2"0,2 1 0,6 2 0,-3-2 0,5-1 0,-2 0 0,-6 2 0,1-1-696,6-1 1,4 0 0,-3 0 695,-6 0 0,-1 0 0,2-1 0,3 0 0,-3 0 0,1 1 0,-1-1 0,4 0 0,3-1 0,-11 2 0,1 0 0,-1 0 0,2 0 0,1 0 0,6 0 0,5 0 0,-4 0 0,-6 0 0,1 0 0,-4 0 0,4 0 0,0 0 0,-4 0 0,0 2 0,0-1 0,-1-1 0,5 0 0,-1 0 0,-3 1 0,1 2 0,0 0 0,1-2 0,3-1 0,-1 0 0,-1 1 0,0 0 0,-1 0 0,-3 1 0,-1-1 0,3 0 0,5-1 0,4 0 0,0 0 0,-3 1-458,-4 0 0,-2 0 0,1 0 458,-1 0 0,1-1 0,1 0 0,0-1 0,7 1 0,0 0 0,-2 0 0,-7 0 0,0 0 0,1 0 0,4 0 0,3 0 0,-1 0 0,-3 0 0,6 0 0,-2 0 0,-6 0 0,2 0 0,-1 0 0,1 0 0,0 0 0,-2 0 0,0 1 0,1-2 0,-1 1 0,5-1 0,1 0 0,-5 0 0,3 1 0,-1-1 0,-7 0 0,2-1 0,2 0 0,-1 0 0,1 0 0,2 0 0,-1 0 0,-2-1-758,4 1 0,-2-1 0,3-1 758,-2 1 0,4 0 0,1-1 0,-1 1 0,-3 0 0,3 1 0,-3 1 0,4-1 0,-8 0 0,4 1 0,1-1 0,2 0 0,-1 0 0,-2 1 0,-3 0 0,2 0 0,-2 1 0,-1 0 0,4 0-469,-1-1 1,4 1 0,1-1 0,2 0 0,-2 1 0,-1-1 0,-6 1 343,10 0 0,-5 0 1,2 0 124,-9 0 0,2 0 0,0 0 0,1 0 0,0 0 0,3 1 0,0-1 0,0 1 0,0 0 0,0 0 0,-4-1 0,0 0 0,0 0 0,1 0 0,0 1 0,4-1 0,2 1 0,-1 0 0,1 0 0,-3-1-200,1 0 0,-2 0 0,0 0 0,-1 0 200,-1 0 0,-1 0 0,0 0 0,-2 0 0,1 0 0,-1 0 0,0 0 0,10 0 0,2 0 0,-6 0 567,-9 0 0,-3 0-567,1 0 0,-2 0 1762,-4 0-1762,-7 0 3276,-2 0-2210,-1 0-330,-3 0 1,1 0 0,-4 0 0</inkml:trace>
  <inkml:trace contextRef="#ctx0" brushRef="#br0" timeOffset="6217">2993 8850 24575,'26'6'0,"-10"-3"0,10 5 0,-12-3 0,-2-3 0,0 1 0,9-1 0,-13-2 0,14 4 0,-9-4 0,13 1 0,9 1 0,-4-1 0,-10 0 0,1-1-669,8 0 1,5 1-1,1 0 1,-6-1 668,-6 0 0,0 0 0,9 0 0,5 1 0,-3-2 0,-8 0 0,-2 0 0,1 0 0,4-1 0,0 1 0,2-1 0,0 0 0,2-1 0,-1-1 0,-2 1 0,-4 0 0,-3 0 0,5 0 0,1 1 0,5-1 0,1 1 0,-1-1 0,-5 1 0,-2 1 0,-3-1 0,1 1 0,3-1 0,2 0 0,0 0 0,-1 0 0,3 2 0,-2 0 0,0-1 0,-5-1 0,0 0 0,1-1 0,4 3 0,3 0 0,0 0 0,-3-1 0,4 0 0,1-1 0,-9 1 0,4-1 0,2 1 0,0-1 0,-5 1 0,3 1 0,-3-1 0,2 0 0,5-1 0,4-1 0,0 0 0,-5 1 0,-5 1 0,-2 1 0,-1 0 0,4-1 0,0 0 0,-1 0 0,-2 1 0,-2 0 0,-1 0-446,0 0 1,-1 0 445,15 0 0,-4 0 0,-12 0 0,12 0 0,-12 0 0,-2 0 2539,0 0-2539,-2 0 1026,-9 1-1026,3-1 0,-1 2 0,-4-2 0,8 0 0,-8 0 0,7 0 0,-9 0 0,1 0 0,-3 0 0,2 0 0,-4 0 0,1 0 0</inkml:trace>
  <inkml:trace contextRef="#ctx0" brushRef="#br0" timeOffset="10332">18700 10421 24575,'-15'-2'0,"3"2"0,-7-1 0,11 1 0,-26 0 0,17 0 0,-7 0 0,-2 0 0,4 0 0,-6 0 0,-1 0 0,8 0 0,-1 0 0,-1 0 0,2 0 0,1 0 0,-15 0 0,1-1 0,0 2 0,13 0 0,0 1-385,-10-2 1,-2 1 384,4 0 0,1 1 0,2-2 0,-2 0 0,2 0 0,-1 2 0,1-1 0,3-1 0,-1 1 0,-11 0 0,-4 0 0,4 0 0,11-1 0,-1 0 0,-6 1 0,-5 0 0,2 0 0,2-1 0,1 1 0,-5 0 0,-2 1 0,4-2 0,-3 0 0,3 0 0,0 1 0,-2 1 0,2-2 0,-4 0 0,0 0 0,5 1 0,-2 1 0,0-1-506,5-1 1,-3 0-1,0 0 1,3 0 505,-3 0 0,1 0 0,-3 2 0,-1-1 0,8 0 0,0-1 0,1 0-652,-4 2 1,-1-1 651,-1 0 0,-4-1 0,4-1 0,1 1 0,2 0 0,-2 0 0,-1 0-405,-2 1 0,2-2 405,12 0 0,-1-1 0,-4 2 0,-4 0 0,3 0 0,4-2 0,0 1 0,-8 0 0,-2 2 0,-4-1 0,0 0 0,4 0 0,-2 0-316,2-1 0,-3-1 0,1 1 316,9 1 0,2 0 0,-1-1 0,-1 0 0,-2 0 0,1 0 0,-3 1 0,0 0 0,1 0 0,-4 0 0,-1 0 0,-3 0 0,-2 0 0,3 0 0,6 0 0,0 0 0,1 0 0,-2 0 0,0 0 0,4-1 0,0-1 0,0 1 0,2 1 0,0 0 0,-2-1 0,-3 1 0,-1-1 0,-1 0 0,3 0 0,-9-1 0,2 1 0,6 0 0,-2 1 0,0 0 0,-2-1 0,-1-1 0,2 1 0,-3 1 0,0 0 369,3 0 1,-1 1 0,-1-2-370,-3 0 0,0 0 0,2 0 0,5 1 0,1 0 0,-2-1 0,1 0 0,-3 0 0,0 1 0,3-1 0,0 1 0,1 0 0,2 0 158,-9 0 1,2 0-159,3 0 0,2 0 0,9 0 0,0 0 390,-10 0 1,1 0-391,-6 0 0,1 0 0,0 0 0,8 0 895,4 0 0,1 0-895,12 0 668,-7 0-668,10 0 1123,-2 0-1123,5 0 0,2 0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36:04.813"/>
    </inkml:context>
    <inkml:brush xml:id="br0">
      <inkml:brushProperty name="width" value="0.05292" units="cm"/>
      <inkml:brushProperty name="height" value="0.05292" units="cm"/>
      <inkml:brushProperty name="color" value="#92D050"/>
    </inkml:brush>
  </inkml:definitions>
  <inkml:trace contextRef="#ctx0" brushRef="#br0">9661 9193 24575,'32'3'0,"0"0"0,0 0 0,-3-2 0,2 1 0,3-1 0,0 0 0,0 0 0,-2 0 0,1-1 0,-2 0 0,1 0 0,0 0 0,3 0-469,-3-1 1,3 1 0,0-1 0,2 1 0,0-1 0,0 0 0,-1 1 58,-2-1 0,0 0 1,0 1-1,1-1 1,-1 1-1,0-1 0,-1 0 1,-1 0-138,3 0 1,-2 0 0,0-1 0,-1 0 0,1 1 0,2-1 141,0 1 0,2 0 0,1 1 0,0-1 0,0 1 0,-2-1 0,-1 0 405,4 0 0,-2 1 0,-1-1 0,-1 0 0,-2 0 0,0 0 0,-1 0 0,-2 0 0,2 1 215,3-1 0,2 1 0,-2 0 0,-5 0-215,-3-2 0,-4 0 0,-1 2 0,-3 0 0,-5 0 3276,-8 0-2256,4 0 2256,-6 0-1655,3 0 992,0 0-2613,3 0 0,-2-1 0,-1 0 0,-2 0 0,0 1 0,-2 0 0,0 0 0,-1 0 0</inkml:trace>
  <inkml:trace contextRef="#ctx0" brushRef="#br0" timeOffset="2017">1413 10046 24575,'36'-3'0,"-1"0"0,-7 2 0,5 1 0,3 0 0,1 0 0,0 1 0,-1-1-547,-4 1 1,0 0 0,0 0 0,1 0 0,2 0 0,3 0 293,-8 0 1,2-1 0,2 1 0,2 0 0,1-1 0,1 1 0,0 0 0,1-1 0,-1 1 0,-1 0 0,-1-1 0,-2 1 0,-2-1-21,5 1 1,-2-1-1,-1 1 1,-1-1 0,-1 0-1,1 1 1,1-1-1,2 1 273,-3 0 0,0-1 0,1 1 0,1-1 0,0 1 0,1 0 0,-1-1 0,1 1 0,0 0 0,-1 0 0,0 1-298,1-1 0,0 1 0,1 0 0,0 0 0,0 0 0,0 0 0,-1 0 0,-1 0 1,-1 0-1,-2 0 0,-1 0 264,5 0 1,-2-1-1,-2 1 1,-1 0-1,2 0 1,1 0 33,-1 0 0,2 0 0,1 0 0,1 0 0,-1 0 0,-1 0 0,-2 0 0,-3-1 236,7 0 1,-4 0 0,-1 0 0,-2-1-237,5 1 0,-2-1 0,1 0 0,-6 2 0,2 0 0,0 0 0,1 0 0,4-1 0,2 1 0,-1 0 0,0 1 0,-2-1 0,-1 2 0,0-1 0,0 0-328,-3 0 1,1-1-1,-1 1 1,1-1-1,-1 1 328,4 0 0,0 0 0,0 0 0,0 0 0,1-1 0,0 1 0,0-2 0,-1 1 0,-3 0 0,-2-1 0,1 0 0,3 0 0,-3 0 0,3 0 0,1 1 0,0-1 0,-1 0 0,-3 1 0,1-1 0,-2 0 0,-1 0 0,2 0 0,4 0 0,2 1 0,0-1 0,0 0 0,-5 0 0,1 0 0,0 0 0,-1-1 0,-1 1 0,-1-1 0,-2 0 0,1 0 0,3 0 0,2 0 0,2 1 0,3 0 0,-1-1 0,-1 1 0,-3 0 0,1-1 0,-2 0 0,-1 0 0,1 0 0,0 1 0,0 0 0,1 0 0,0 0 0,0-1 0,2 1 0,-1-1 0,1-1 0,0 1 0,2 0 0,-2 0 0,3 0 0,-1 0 0,1 0 0,0 0 0,-2 0 0,-4 0 0,-1 0 0,0 0 0,0 0 0,1 0 0,1 0 0,-1 1 0,2 0 0,2 0 0,0 0 0,-1 0 0,-1 0 0,-3 0 0,-3-1 0,8 1 0,-6-1 0,4 1 0,-3 1 0,3 0 0,1 1 0,-2-1 0,-5-1 921,5 0 0,-4-1-921,8 2 0,1-1 0,-1 0 0,0-2 0,-7 0 0,2-1 0,-5 1 0,4 0 0,-1 0 0,-2-1 0,8 0 0,-1 0 0,-3 1 0,1-1 0,0 1 1030,0 0 1,0 0-1,-1 0-1030,-6 1 0,0-1 0,2 1-143,0-1 0,2 0 1,2-1-1,0 0 1,-4 1 142,4-1 0,-3 1 0,2-1 0,-1 1 0,0 0 0,2 0 0,-1 0 0,0-1 0,0 0 0,0 0 0,-1 0 0,-1 2 0,-1 0 0,2-1 0,-1 1 0,3-1 0,0 0 0,0 1 0,-3-1 174,1-1 0,-3 1 0,1 0-174,6 1 0,1 0 0,1-1 0,-6 0 0,1 0 0,-1 0 0,-1 1 0,0-1 0,-1 2 0,3-1 0,-2-1 0,4 0 0,1 0 0,-1 1 0,-2-1 0,4 1 0,-3-1 0,1 1 0,-5-1 0,1 0 0,0 0 0,0 0 0,-1 1 0,1 0 0,-1 0 0,-1 0 0,2 0 0,-3 0 0,3 0 0,3 0 0,3-1 0,-1 0 0,-2 0 0,-5 1 0,-2-1 0,1 1 0,5-1 0,0 0 0,1 0 0,1 0 0,0 1 0,-1 1 101,2-1 0,2 0-101,-8-1 0,4 0 0,1 1 0,-1-1 0,-4 0 0,-1 1 0,-4 0 0,3-1 87,6 1 0,4-1 1,-1 0-1,-3 0-87,2-1 0,-2 0 0,-8 2 0,2 0 0,-1 0 0,3-1 0,1-1 0,-2 1 0,1-1 0,2 1 0,-2 0 0,3 0 0,1 0 0,-3 0 0,7-1 0,-1-1 0,-3 1 0,1 0 0,1-1 0,1 2 0,0-1 0,-3 1 321,3-1 0,1 0-321,-4 0 0,3 0 0,1 0 0,-4 0 0,-6 1 0,-2-1 0,1 1 0,7-1 0,2 1 0,-1-1 0,0-1 0,1-1 0,-3 1 0,4 2 0,0 0 0,1-2 0,4-1 0,-4 1 862,-5 2 1,-1 1-863,-4-1 0,1 0 0,-1 0 0,0 0 0,-1 0 0,0 0 0,7 0 0,2 1 0,0-2 0,2-1 0,-3 1 0,-1 2 0,-1-1-151,-4 0 1,1 0 0,1 0 150,-2 0 0,0 0 0,-1 0 0,7-1 0,1-1 0,1 0 0,3-1 0,-3 0 0,-6 2 0,0-1 0,-3-1 0,2-1 0,0 1 248,0 1 0,-1 1 1,-1-1-249,2-2 0,0 0 0,5 2 0,-4 0 2126,-10 0-2126,-14 3 0,0-2 0,-4 2 0</inkml:trace>
  <inkml:trace contextRef="#ctx0" brushRef="#br0" timeOffset="4018">1285 10907 24575,'9'0'0,"14"0"0,2 0 0,2 3 0,-1-2 0,7-1 0,3 0 0,-3 0-646,1 1 0,-1 0 0,3 0 646,-6-1 0,2 1 0,0 0 0,1-1 0,-1 1-616,2-1 0,1 0 1,-2 0-1,-2 1 616,-1 0 0,-1 0 0,2 0 0,-2-1 0,2 0 0,1 0 0,-1 0 0,-3 0 0,-2 0 0,-2 0 0,5 0 0,-2 0 0,5-1 0,3 1 0,2-1 0,0 0 0,-2 1 0,-2-1 0,1 1 0,-2 0 0,0 0 0,0 0 0,2-1 0,-2 1 0,1-1 0,1 1 0,0-1 0,0 0 0,0 1 0,-2-1-512,6 1 0,0 0 0,-1 0 1,-1 0-1,-2 0 512,-1 0 0,-2 0 0,0 0 0,0 0 0,2 0 0,2 0 0,-2 0 0,-3 0-498,7 0 0,-1 0 498,-6 0 0,2 0 0,-1 0 0,-2 0 0,0 0 0,-1 0 0,-3 1 0,0-1 0,1-1 0,3 1 0,1-1 0,1 0 0,-3 0 0,10 1 0,-2-1 0,-8 0 0,1 0 0,-1 0 0,10 1 0,-3 0 0,-12 0 0,1 0 0,5 0 0,4 0 0,-3 0 0,-1 0 0,-1 0 0,-1 0 0,2 0 0,0 0 0,2 0 0,0 0 0,2 0 0,-5-1 0,2 0 0,0 0 0,1 0 0,3 1 0,1 0 0,-1 0 0,0-1-263,-5 0 1,0 0 0,-1 0 0,1 0 262,2 1 0,1 0 0,-2 0 0,-2 0 0,2 0 0,-1 0 236,-1 0 1,2 0 0,-1 0-237,-3 0 0,-1 0 0,0 0 0,7 0 0,3 0 0,0 0 0,3 0 0,-4 0 0,-4 0 0,-1 0 0,-4 0 0,1 0 0,1 0 0,10 0 0,0 0 0,-6 0 0,1 0 0,4 0 0,3 0 0,-2 0 581,-11 1 1,-1-1 0,1-1-582,6 0 0,2 0 0,1 0 0,-4 0 0,1 1 0,1 0 0,-2 0-569,1-1 0,-1-1 0,4 1 569,-2 1 0,5 0 0,1 0 0,-1 0 0,-4 0 0,3 0 0,-4 0 0,2 0 0,-1 0 0,2 0 0,0 0 0,-1 0 0,-4 0 0,0 0 0,-2 0 0,0 0 0,1 0 0,-1 0 0,2 0 0,3 0 0,5 0 0,-2 0 0,-3 0 0,-7 0 0,-3 0 0,1 0 0,10 0 0,1 0 0,0 0 0,-3 0 0,-1 0 0,3 0 0,-6 0 0,3 0 0,1 0 0,-1 0 0,-2 0 0,0 0 0,-2 0 0,-1 0 0,2 0 0,1 0 0,1 0 0,1 0 0,-1 0 0,-3 0 213,3 0 0,-3 0 1,0 0-214,5 0 0,2 0 0,-4 0 0,3 0 0,0 0 0,-5 0 0,-2 0 0,0 0 0,2 0 0,5 0 0,-1 0 0,-4 0 178,-3 0 1,-2 0-179,8-1 0,-3 1 1390,-4-1-1390,-15-1 3276,-3 2-3254,-3 0 0,-2 0 1,-1 0-1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36:17.541"/>
    </inkml:context>
    <inkml:brush xml:id="br0">
      <inkml:brushProperty name="width" value="0.05292" units="cm"/>
      <inkml:brushProperty name="height" value="0.05292" units="cm"/>
      <inkml:brushProperty name="color" value="#92D050"/>
    </inkml:brush>
  </inkml:definitions>
  <inkml:trace contextRef="#ctx0" brushRef="#br0">6524 8620 24575,'20'0'0,"0"0"0,-1 0 0,0 0 0,10 0 0,3 0-273,-6 0 1,1 0 0,-1 0 272,2 0 0,2 0-820,-2 0 1,4 0 0,0 0 0,-4 0-205,6 0 0,-2 0 1024,2 0 0,3 0 0,-1 0-567,0 0 1,-1 0 0,-1 0 566,-4 0 0,-1 0 0,2 0-542,3-1 1,3 0 0,0 0 0,-4 0 541,-4 1 0,-2 0 0,1-1-341,7 0 1,2 0 0,0 0 340,-9 0 0,1 1 0,0 1 0,-2-1 0,2 0 0,-2 0 0,4 0-227,-3-1 0,5 1 1,2-1-1,0 0 1,-2 1-1,-3-1 227,7 1 0,-4-1 0,3 1 0,-5-1 0,3 1 0,2-1 0,-2 0 0,-4 0 343,5 1 1,-4 0 0,0 0-344,0 1 0,-1-1 0,1-1 0,-2 0 0,-1 0 0,2 0 0,-1 0 0,1 1 0,2 0 0,0 0 0,-2-1 0,1-1 0,1 0 0,-1 1 0,0 0 0,3 0 0,-1 1 0,0 0 0,1 0 85,1-1 1,1 0-1,0 0 1,-2 0-86,-4 1 0,-2-1 0,1 0 0,1 0 0,0 0 0,1 1 0,1 0 0,-1 0 0,0 0 0,2-1 0,-1 0 0,1 0 0,0 0 0,4 1 0,1 0 0,0 0 0,-2 0 0,-1 0 0,-2 0 0,-1 0 0,-3 0 0,-1 0 0,2 0 0,4 0 0,3 0 0,0 0 0,-3 0 0,-3 0 0,-2 0 0,1 0 0,0 0 0,1 0 0,0 0 0,0 0 0,0 0 0,1 0 0,-1 0 0,-1 0 0,2 0 0,-1 0 0,3 0 0,-4 0 0,3 0 0,1 0 0,-2 0 0,-2 0 0,0 1 0,-3 1 0,2-1 0,-1-1 0,2 0 0,0 0 0,-1 1 0,7 1 0,-1 1 0,-1-1 0,-6-2 0,-1 0 0,2 1 0,6-1 0,3 2 0,0-1 0,-4-1 93,-7 0 0,-3 0 1,2 0-94,2 0 0,1 0 0,1 0 0,-1 0 0,5 1 0,0 1 0,-2-1 0,-4-1 0,-1 0 0,3 1 0,0 0 0,4 0 0,-1 0 0,-4-1 0,6 0 0,-1 0 0,-8 0 0,0 0 0,1 0 0,8 0 0,-2 0 0,-9 0 0,0 0 1092,4 0 0,3 0 0,-3 0-317,-1 0 1,-2 0-776,3 0 0,0 0 0,2 0 0,-2 0 0,4 0 0,-9 0 0,0 0 1459,2 0-1459,-7 0 2614,-7 0-2614,-1 0 1834,-7 0-1834,2 0 0,-4 0 0,1 0 0</inkml:trace>
  <inkml:trace contextRef="#ctx0" brushRef="#br0" timeOffset="3821">6556 5253 24575,'5'2'0,"1"-1"0,-1 1 0,-1-2 0,2 1 0,-3 1 0,3-2 0,-1 1 0,8-1 0,6 2 0,8-2 0,5 1 0,2-1 0,-5 0 0,2 0 0,-12 0 0,1 0 0,8 0 0,3 0 0,-2 0 0,-6 0 0,1 0 0,9 0 0,4 0 0,-4 0 0,-3 0 0,0 0-496,5 0 1,3 0 0,-4 0 495,-7 0 0,-1 0 0,6 0 0,4 0 0,-3 0 0,-4 0 0,0 0 0,-2 0 0,1 0 0,2 0 0,2 0 0,2 0 0,-2 0 0,-8 0 0,0 0 0,3 0 0,4 0 0,4-1 0,2 0 0,0 0 0,-5 1 0,0-1 0,-4 1 0,5 0 0,-2-1 0,3 0 0,3-1 0,1 1 0,-2 0 0,-3-1-820,3 1 1,-3 0 0,-1 0 0,2 0 789,-4 0 0,2 0 1,0 0-1,-1 0 0,-2 0 30,1 0 0,-2 0 0,0 1 0,0-1 0,3 0 0,0 0 0,0 0 0,-2 0 0,0 0 0,-1-1 0,2 0 0,0 0 0,3 0 0,-1 0 0,0 0 0,0 1 0,0 0 0,-1 0 0,-2-1 0,2 0 0,-2-1 0,3 1-420,-1 1 1,4 0 0,1 0 0,-2 0 0,-3 0 419,2 0 0,-4-1 0,2 1 0,1-1 0,1 0 0,2 0 0,-2 0 0,1 1 0,0 0 0,-1 0 0,-1 0 0,1-1 0,-2 1 0,3-1 0,-3 1 0,5-1 0,0 0 0,-2 1 0,-3 0 0,-2 0 0,-3 1 0,2 0 0,1-1 0,2 0 0,0 0 0,-2 0 0,0 1 0,-2 0 0,0 0 0,6 0 0,0 0-365,5 0 0,-2 0 365,-16 0 0,-2 0 498,3-1 0,-1-1-498,8 2 3024,-6-3-3024,0 3 2608,-12 0-2608,3 0 1110,-6 0-1110,-2 0 0,1 0 0,-2 0 0,-2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39:25.475"/>
    </inkml:context>
    <inkml:brush xml:id="br0">
      <inkml:brushProperty name="width" value="0.05292" units="cm"/>
      <inkml:brushProperty name="height" value="0.05292" units="cm"/>
      <inkml:brushProperty name="color" value="#FF0000"/>
    </inkml:brush>
  </inkml:definitions>
  <inkml:trace contextRef="#ctx0" brushRef="#br0">3690 5432 24575,'6'0'0,"4"0"0,-2 0 0,1 0 0,8 0 0,-7 0 0,17 0 0,-13 0 0,16 3 0,-16-3 0,12 3 0,-8-3 0,-1 0 0,9 0 0,-7 0 0,3 0 0,4 1 0,-12 0 0,21 1 0,-20-2 0,15 0 0,-4 0 0,3 0 0,-4 0 0,1 0 0,9 0 0,-13 0 0,1 0 0,14 0 0,-13 0 0,-4 0 0,-1 0 0,1 0 0,15 0 0,-2 0 0,-1 0 0,-6 0 0,-1 0 0,6 0 0,-11 0 0,0 0 0,11 0 0,-12 0 0,16 0 0,-12 0 0,9 0 0,-5 0 0,1 0 0,-5 0 0,0 0-303,5-1 1,1 2 302,1 0 0,-1 1 0,7-1 0,0 0 0,1 1 0,-16-2 0,-1 0 0,7 0 0,2 0 0,3 0 0,-1 0 0,-10 0 0,1 0 0,15 0 0,0 0-69,-12 0 0,-1 0 69,-1 0 0,-2 0 0,11 0 0,-17 0 0,-7 0 0,4 0 601,-3 0-601,8 0 142,-9 0-142,3 0 0,-3 0 0,5 0 0,-2 0 0,0 0 0,-7 0 0,-1 0 0,-1 0 0,-1 0 0</inkml:trace>
  <inkml:trace contextRef="#ctx0" brushRef="#br0" timeOffset="34519">9461 7356 24575,'7'0'0,"-1"0"0,1 0 0,0 0 0,0 0 0,4 0 0,0 0 0,-2 0 0,5 0 0,-2 0 0,8 0 0,-3 0 0,-1 0 0,0 0 0,1-1 0,10 0 0,-1 0 0,-3 1 0,0 0 0,-10 0 0,8 0 0,-5 0 0,1 0 0,12-2 0,-14 1 0,21-1 0,-26 2 0,13 0 0,-15 0 0,4 0 0,-2 0 0,-5 0 0,2 0 0,-1 0 0,1 0 0,0 0 0,2 0 0,-3 0 0,8 0 0,-7 0 0,6-2 0,-4 2 0,-1-1 0,6 1 0,-7 0 0,13 0 0,-12 0 0,5 0 0,4 0 0,-2 0 0,12 0 0,-5 0 0,-4 0 0,8-2 0,-12 1 0,13 0 0,-14 1 0,4 0 0,-3 0 0,-2 0 0,2-2 0,-3 2 0,-3-1 0,6 1 0,-7 0 0,13 0 0,-10 0 0,5 0 0,6 0 0,-10 0 0,13 0 0,-12-2 0,7 2 0,-1-2 0,4 2 0,9 0 0,-11 0 0,5 0 0,-1 0 0,-10 0 0,14 0 0,-10 0 0,-1-2 0,9 2 0,-14-2 0,8 2 0,-1 0 0,-5 0 0,17 0 0,-21 0 0,11-1 0,2-1 0,-5 1 0,3 0 0,-1 0 0,-5 1 0,1 0 0,-4 0 0,0 0 0,12-3 0,-10 3 0,12-3 0,-9 3 0,1 0 0,8-2 0,-14 1 0,8-1 0,-9 2 0,5 0 0,-3 0 0,3-2 0,-8 2 0,5-2 0,-3 2 0,12-3 0,-13 3 0,13-3 0,-8 3 0,1 0 0,4 0 0,-9 0 0,0-1 0,8 1 0,6-2 0,-4 2 0,6 0 0,-7 0 0,3 0 0,1-1 0,-8 0 0,7 0 0,-13 1 0,13 0 0,-5 0 0,-2-2 0,2 1 0,-3 0 0,-3 1 0,-1 0 0,4 0 0,-5 0 0,3 0 0,5 0 0,-4 0 0,10 0 0,-6 0 0,7 0 0,3 0 0,-9 0 0,1 0 0,4 0 0,-1 0 0,-2 0 0,0 0 0,0 0 0,0 0 0,13 0 0,-1 0 0,-3 0 0,-2 0 0,1 0 0,-1 0 0,0 0 0,-2 0 0,-4 0 0,0 0 0,14 0 0,2 0 0,0 0 0,-13 0 0,3 0 0,0 0 0,-4 0 0,3 0 0,2 0 0,5 0 0,-15 0 0,2 0 0,7 0 0,0 0 0,-7 0 0,1 0-398,13 0 0,1 0 398,-10 0 0,0 0 0,1 0 0,0 0 0,-1 0 0,0 0 0,9 0 0,-4 0 0,0 0 0,2 0 0,0 0 0,-1 0 0,0 0 0,1 0 0,0 0 0,4-3 0,-11 2 0,0 1 0,-1-1 0,-3-1 0,6 2 0,-1 0 0,1 0 0,-7 0 398,0-1 0,0 0-398,12 0 0,1-2 0,4 3 0,-14-1 0,-1-1 0,5 2 0,-3-2 0,0 1 0,0 1 0,4-2 0,-9 2 0,1 0 0,5-2 0,-3 2 0,2 0 0,-3 0 0,0 0 0,9 0 0,-7-1 0,-3 0 0,-9 1 0,17-2 0,-24 2 0,10 0 0,-10 0 0,5 0 0,-5 0 0,1 0 0,-2 0 0,-2 0 0</inkml:trace>
  <inkml:trace contextRef="#ctx0" brushRef="#br0" timeOffset="37098">9028 8067 24575,'29'0'0,"-11"-1"0,16 0 0,3 0 0,-18 0 0,1 2 0,13-1 0,-1 0 0,-11 0 0,-1 0 0,5 0 0,0 0 0,0 0 0,0 0 0,11 0 0,0 0 0,1 0 0,0 0 0,-12-1 0,0 2 0,-2 0 0,-2 0 0,-1 0 0,0-1 0,11 1 0,0 1 0,-10-2 0,2 0 0,4 0 0,4 0 0,-2 0 0,-4 0 0,0 0-145,5 0 0,4 0 1,-4 0 144,-2 0 0,-2 0 0,1 0 0,3 0 0,-4 0 0,3 0 0,-2 0 0,6 0 0,-1 0 0,-6 0 0,0 0 0,0 0 0,4 0 0,-2 0 0,-4 1 0,0 1 0,1-2 0,1 0 0,0 0 0,0 2 0,1-1 0,3-1 0,4 0 0,-6 0 0,-8 0 0,-1 0-307,7 0 1,3 0-1,-2 0 307,-3 0 0,-2 0 0,6 0 0,1 0 0,1 0 0,-1 0 0,-7 0 0,1 0 0,2 0 0,4 0 0,-4 0 0,-1 0 0,0 0 0,9 0 0,1 0 0,-5 0 0,-1 0 0,-6 0 0,2 0 0,4 0 0,4 0 0,-5 0 0,-7 0 0,0 0 0,5 0 0,3 0 0,-3 0 0,10 0 0,-11 0 0,4 0 0,-3 0 0,-3 0 0,0 0 0,14 0 0,1 0 0,-6 0 0,-1 0 0,-3 0 0,1 0 0,10 0 0,-1 0 0,-9 0 0,-2 0 0,2-1 0,1-1 0,6 2 0,-1-1 0,-10 0 0,-1-1 0,6 2 0,2 0 15,1-1 0,-1-1-15,-12 2 0,1-1 0,11 0 0,6-2 0,-5 1 0,5 2 0,-12-1 0,3 0 0,-4 0 0,4 1 0,-7-1 0,0-1 0,12 1 0,-5-1 0,-9 1 0,1 2 0,2-2 0,0 0 0,1 1 0,0-1 461,4 0 0,-2-1-461,2 2 201,-7-3 0,-2 1-201,2 2 0,7-3 0,-17 3 0,0 0 0,-5 0 0,-2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0:39.926"/>
    </inkml:context>
    <inkml:brush xml:id="br0">
      <inkml:brushProperty name="width" value="0.05292" units="cm"/>
      <inkml:brushProperty name="height" value="0.05292" units="cm"/>
      <inkml:brushProperty name="color" value="#FF0000"/>
    </inkml:brush>
  </inkml:definitions>
  <inkml:trace contextRef="#ctx0" brushRef="#br0">3976 7829 24575,'20'0'0,"-5"0"0,8 0 0,3 0 0,-1 0 0,1 0 0,3 0 0,3 0 0,-5 0 0,3 0 0,0 0 0,-4 0 0,1 0 0,2 0 0,4 0 0,7 0 0,0 0 0,-6 0-748,-2 0 0,-1 0 748,-3 0 0,3 0 0,-1 0 0,-3 0-700,-1 0 0,0 0 700,4 0 0,4 0 0,-2 0 0,0 2 0,-1 0 0,-4-2 0,2 0 0,1 1 0,4 0 0,1 0 0,3 0 0,-4-1 0,3 0 0,0 0 0,-1 0 0,-4 0 0,-1 0 0,0 0 0,0 0-583,4 0 0,1 0 0,-1 0 0,-1 0 583,4 0 0,-2 0 0,-2 0 0,-8 0 0,-2 0 0,3 0 0,7 0 0,5 0 0,1 0 0,-5 0 0,-7 1 0,-2 1 0,2-1 0,0-1 0,2 0 0,0 0 0,0 1 0,-1 0 0,0 1 0,-1 0 0,0 0 0,3-1 0,-1-1 0,3 0 0,1 1 0,4 0 0,-1 0 0,-4 0 0,-6-1 0,-3 0 0,0 0 0,8 0 0,1 0 0,-2 0 0,4 0 0,-3 0 0,-4 0 0,0 0-228,10 0 1,-2 0 227,-16-2 0,-1 1 0,4 0 0,0 1 0,0-1 0,0-1 0,12-1 0,-5 3 0,-1 0 866,2-5-866,-9 4 0,0 1 0,10-3 1570,-8 3-1570,7 0 2636,-12-1-2636,2 1 611,-2-2-611,-7 2 0,-3 0 0,-5 0 0,-2 0 0,-1 0 0</inkml:trace>
  <inkml:trace contextRef="#ctx0" brushRef="#br0" timeOffset="4532">15527 7790 24575,'37'0'0,"-11"0"0,4 0 0,-1 0 0,2 0 0,0 0-820,-4 0 1,2 0 0,1 0 0,1 0-1,2-1 1,1 0 0,0 0 0,-1 0 731,-4 0 1,-1 0 0,1 0-1,3-1 88,1 1 0,5-2 0,1 1 0,0 0 0,-2 0 0,-2 0 0,0 0 0,-3 1 0,0 0 0,2-1 0,-3 0 0,1 0 0,0 0 0,2 0 0,-1 0 0,0 0 0,-1 1 0,1 0 0,-1 0 0,1 1 0,-2-1 0,0 0 0,0 0 0,-2 0 0,0 0 0,2 0 0,2 0-379,-2 1 1,3-1 0,2 0 0,0 1 0,1-1 0,-1 1-1,-1 0 1,-3-1 378,3 1 0,-4 0 0,0 0 0,1 0 0,5 0 0,-6 0 0,4 0 0,3 0 0,1 0 0,1 0 0,0 0 0,0 0 0,-2 0 0,-2 0 0,-3 0-371,4 0 1,-4 0 0,-2 0 0,1 0-1,1 0 1,3 0 370,-3 0 0,3 0 0,2 0 0,1 0 0,0 0 0,1 0 0,-2 0 0,-1 0 0,-2 0 0,-2 0-337,7 0 0,-4 0 0,-1 0 1,0 0-1,2 0 337,-2 0 0,2 0 0,0 0 0,0 0 0,1 0 0,-1 0-170,-4 0 1,0 0-1,1 0 1,-1 0-1,0 0 1,-1 0-1,-1 0 170,5 0 0,-2 0 0,0 0 0,0 0 0,3 0 0,-4 0 0,2 0 0,1 0 0,1 0 0,0 0 0,-1 0 0,-1 0 0,-3 0 4,3 0 1,-3 0 0,-1 0 0,0 0 0,1 0-5,0 1 0,0-1 0,1 1 0,0 0 0,0-1 0,0 1 0,-1 0 0,1 0 0,-1-1 0,0 1 0,0 0 0,-2 0 0,7 0 0,-3 1 0,2-1 0,4 0 0,-10-1 0,2 1 0,3 0 0,2-1 0,0 1 0,-1-1 0,-1 0 0,-2 1 0,-4-1 0,11 0 0,-5 0 0,-1 0 0,5 0 0,-9 0 0,4 0 0,2 0 0,1 0 0,0 0 0,-2 0 0,-3 0 0,-4 0 0,9 0 0,-5 0 0,2 0 606,2 0 0,1 0 1,1 0-1,-3 0-606,-1 0 0,-1 0 0,-1 0 0,5 0 0,0 0 0,-2 0 335,-6 0 0,-2 0 1,2 0-336,5 0 0,1 0 0,-2 0 0,-4 0 0,0 0 1638,8 0 0,0 0-1421,-1 0 1,-3 0-218,-13 0 0,-1 0 0,18 0 0,-2 0 3276,-14 0-2811,1 0 0,0 0-465,5-3 0,-3 2 615,7-2-615,-14 3 1955,-3 0-1955,3 0 1081,-11 0-1081,2 0 0,-2 0 0,-3 0 0,2 0 0,-2 0 0,-2 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0:57.485"/>
    </inkml:context>
    <inkml:brush xml:id="br0">
      <inkml:brushProperty name="width" value="0.05292" units="cm"/>
      <inkml:brushProperty name="height" value="0.05292" units="cm"/>
      <inkml:brushProperty name="color" value="#FF0000"/>
    </inkml:brush>
  </inkml:definitions>
  <inkml:trace contextRef="#ctx0" brushRef="#br0">6392 7780 24575,'16'0'0,"6"-2"0,10 1 0,-10 0 0,3 0 0,7-1 0,3 0 0,-8 2 0,1 0 0,1 0-820,0-2 1,2 0 0,1 0 0,-2 1 688,1 1 1,0-1 0,2 1 130,2 0 0,4-1 0,-1 0 0,-5 0 0,3 1 0,0 0 0,-7 0 0,4 0 0,1 0 0,-1 0 0,-5 0 0,3 0 0,0 0 0,-4 0 0,5-1 0,2 0 0,-1 0 0,-4 1 0,1-2 0,-2 1 0,0-1 0,5 1 0,1-1 0,-1 1 0,-5-2 0,0 1 0,-2 0 201,7 1 1,1 1-202,-3-2 0,3-1 0,-2 1 0,-5 2 0,-1 0 0,0 0-620,3-1 1,-1-1 0,-1 2 619,5 0 0,-4 0-207,-8-2 1,1 1 206,16 0 0,-1 1 0,1-3 0,-8 3 0,1 0 0,-6 0 0,-1 0 0,-4 0 0,1 0 0,10 0 0,0 0 2384,0 0-2384,7 0 0,-1 0 0,-11 0 0,11 0 0,-1 0 0,-18 0 0,4 0 0,2 0 0,-3 0 0,1 0 0,15 0 0,-4 0 0,0 0 450,3 0-450,-9 0 0,3 0 0,-2 0 0,-4 0 0,-1 0 271,9 0 1,4 0-1,-4 0-271,-9 0 0,-1 0-15,8 0 1,4 0 0,-4 0 14,-6 0 0,-2 0 0,11 0 0,1 0 0,-7 0 0,2 0 0,0 0 0,8 0 0,2 0 0,-1 0-879,-4 0 1,-1 0-1,2 0 879,2 0 0,3 0 0,-1 0 0,-5 0 0,0 0 0,-1 0-820,-5 0 1,2 0 0,1 0 0,-3 0-178,10 0 0,-3 0 997,1 0 0,1 0-335,2 0 0,-3 0 335,-14 0 0,1 0-85,11 0 0,5 0 0,-4 0 85,-13 0 0,1 0 0,8 0 0,5 0 0,-5 0 0,7 0 536,-13 0 1,3 0 0,0 0-537,2 0 0,0 0 0,-3 0 0,-1 0 0,0 0 0,-6 0 3276,-11 0-942,4 0 102,-3 0-2436,-2 0 1107,0-28-1107,-3 12 0,-5-4 0,-2-1 0,2-1 0,-4-1 0,4 8 0,-1-1 0,-2-17 0,4 6 0,-1 6 0,0 0 0,1-11 0,0 13 0,-1-5 0,0 11 0,-3-16 0,4 10 0,-3-2 0,0 0 0,1-3 0,-1-5 0,0-2 0,2 12 0,0 0 0,-1-10 0,1 1 0,1 7 0,0 1 0,0-1 0,0 0 0,-2-8 0,1 0 0,0-8 0,-1 12 0,0 3 0,0 8 0,0-17 0,-1 20 0,2-22 0,0 23 0,-1-16 0,0 14 0,0-1 0,-14 8 0,-1 4 0,-9 1 0,-3 0 0,9 0 0,-2 0 0,-3-1 0,-6 0 0,0 0 0,3 1-495,-3-1 1,-2 1 494,7-1 0,-6 0 0,-2-1 0,-1 1 0,2 0 0,4 0-621,-2 1 1,4 0 0,-6-1 620,2 0 0,-5 0 0,-4-1 0,-1 0 0,1 0 0,2 0 0,6 1-820,0-1 1,5 1 0,0 0 0,-4-1 643,-1 1 1,-5-1 0,-2 0 0,-1 0-1,1 0 1,2 0 0,5 1 175,0-1 0,5 1 0,0 0 0,-4 0-443,-1 0 1,-3-1 0,-2 1 0,1-1 0,1 1 0,4 0 442,-6 1 0,4 0 0,-1-1-121,-1 0 0,-2-2 1,-1 1-1,3 1 121,4 0 0,2 1 0,1 0 0,0 0 0,-3-1 0,0-1 0,-1 1 0,2 1 0,-3-1 0,-1 2 0,1-1 0,4 0 0,2 0 0,2 0 0,-3 0 0,1 0 0,-4 0 0,-1 0 0,0 0 0,2 0 0,-3 0 0,0 0 0,1 0 0,0 0 0,-3 0 0,1 0 0,-2 0 0,1 0 0,3 0 0,-1 0 0,0 0 0,1 0 0,2 0 0,-3 0 0,2 0 0,-2 0 0,3 0 0,-2 0 0,-1 0 0,3 0 0,-3 0 0,2 0 0,-2 0 0,2 1 0,-2 0 0,0 0 0,2-1-144,0 1 0,1-1 0,0 0 144,-6 1 0,-1 1 0,4-1 0,3-1 0,2 0 1158,-6 0 1,-1 0-1159,5 0 0,0 0 0,2 0 0,-3 0 0,2 0 0,-2 0 0,1 0 0,-4 0 0,0 0 0,9-1 0,-2 1 0,1 1 0,0-1 0,0 2 0,-1-1 0,-7 0 0,-2 1 0,1-1 0,6 1 0,1-1 0,0 1 0,-5 0 0,0 0 0,2 0 0,0 0 0,1 0 1436,7 0 0,0 0-1436,-6 1 0,3-1 1497,6-1-1497,-1 1 2527,12-1-2527,1 0 1521,1 0-1521,4-1 188,0 0-188,2 3 0,-1 11 0,2 2 0,0 11 0,0-9 0,0 2 0,0-4 0,2 0 0,-1 5 0,2 2 0,0 1 0,2 4 0,2 3 0,-1-7 0,0-6 0,0 0 0,-1 1 0,2-1 0,-1-4 0,-2-4 0,4 12 0,-4-12 0,5 19 0,-5-15 0,0 4 0,1 0 0,1 2 0,-1 5 0,-1-4 0,-2-7 0,3 10 0,-1-12 0,0 7 0,1 8 0,-2-8 0,0 0 0,-2 1 0,1 0 0,-1 0 0,1 1 0,-1 2 0,0-1 0,0 5 0,1-5 0,-1 0 0,-1-4 0,0 4 0,2 8 0,-2-17 0,2 11 0,0-5 0,0-5 0,2 22 0,-1-21-3277,-1 7 0,-2-15 3047,0-2 230,1-2 0,0 1 0,0-1 0,-1 0 0,1-1 0,0-1 0,0-1 0</inkml:trace>
  <inkml:trace contextRef="#ctx0" brushRef="#br0" timeOffset="7738">21702 6847 24575,'-12'-2'0,"-18"1"0,-4 1 0,13 0 0,-1 0 0,-3 0 0,-2 0 0,2 0 0,3 0 0,-1 0 0,-8 1 0,-7 0 0,-1 0 0,6 0-1639,-1-1 1,0 0 1435,2 2 0,-4 0 1,0 0-1,5-1 203,3-1 0,0 1 312,0 0 1,-2 0 0,1 0-313,-1-1 0,-1 0 0,0 0 0,-2 0 0,2 0-587,0 0 0,0 0 587,-5 0 0,-2-1 0,2 2-1001,1 0 1,0 1 1000,1 0 0,-3-1 0,-1 1 0,10 0 0,-2 0 0,2 0 0,-1 0 0,-3 1 0,0 0 0,-2-1-43,-2 1 0,-2-1 0,0-1 1,3 2 42,2-1 0,3 1 0,-1 0 0,-5-1 0,-1-1 0,1 0-501,0 1 1,1-1-1,2 0 501,-4-1 0,0 0 0,8 0 0,-1 0 0,0 0 0,3 1 0,0 0 0,2 0 106,1-1 0,0 1-106,-5 0 0,-3 0 0,2 0 0,-3-1 0,1 0 0,4 1 0,-1 0 0,2 0 0,-6 0 0,2-1 0,-2 2 0,2-1 0,1-1 0,8 2 0,-1-1 897,3-1 0,-1 1-897,-14 1 0,7 0 0,-3-1 0,-2 1 0,-1 0 0,8 0 0,-1 1 0,-1-1 611,0 1 0,-2-1 1,1 1-612,-5-1 0,0 0 0,2 1 217,0 1 0,1-1-217,-6-1 0,1 0 0,9 0 0,3-1 490,-11-1-490,10 0 0,1 0 0,-5 3 0,-3-2 0,-3 1 1067,15-2-1067,0 1 0,1 1 1671,4 1-1671,-11 0 496,12-2-496,5 1 0,-5-2 0,9 1 0,-3 1 0,4-2 0,0 1 0,0 1 0,1-2 0,0 3 0,-6 4 0,2 2 0,-4 9 0,5-8 0,1 8 0,3-8 0,-3 4 0,0 7 0,3-2 0,-4 17 0,5-8 0,0 4 0,1-11 0,0-2 0,0 6 0,0-2 0,0-1 0,0-2 0,0 4 0,0 1 0,0-8 0,-2 14 0,1 1 0,0-4 0,-1 0 0,0-1 0,1-3 0,0-2 0,1 0 0,0 3 0,-1-5 0,2-1 0,0 3 0,0-5 0,0-9 0,-1 0 0,2 4 0,0-3 0,-1 3 0,1-7 0,-1-2 0,1 0 0,1-1 0,4-1 0,-2-1 0,16 3 0,0-3 0,12 3 0,-1-3 0,-11 0 0,3 0 0,12 0 0,0 0 0,-5 0 0,2 0 0,-3 0 0,5 0 0,0 0 0,-5 0 0,-1 0 0,2 0 0,2 0 0,7 0 0,-1 0 0,-5 0-305,-2 0 0,-1 0 305,3 0 0,6 0 0,0 0 0,-5 0 0,-8 0 0,-3 0 0,3 0 0,1 0 0,3 0 0,2 0 0,0 0 0,-4 0 0,4 0 0,-2 0 0,1 0 0,-2 0 0,3 0 0,-1 0 0,-1 0 0,5 0 0,-2 0 0,2 0-696,-1 0 1,1 1 0,0 1-1,-2-2 696,-1 1 0,-1-1 0,2 0 0,-5 1 0,4 1 0,1 0 0,0 1 0,-3-1 0,-2-1 0,1 0 0,-3-1 0,3 1 0,0 0 0,5 1 0,2 0 0,0 0 0,-2 0 0,-4 0 0,3-1 0,-3 1 0,2-1 0,-1 0 0,5 0 0,0 0 0,-1 0 0,-5 0 0,-1 0 0,-4 0 0,2 0 0,5 0 0,2-1 0,1-1 0,-4 1 0,-5 0 0,-1 0 0,0 0 0,9 0 0,2 0 0,0 0 0,-2 1 0,0 1 0,-1-1 0,-6-1 0,0 0 0,1 1 0,1 0 0,3 1 0,0 0 0,-3 0 0,8-2 0,-3 1 0,-9 0 0,1 0 0,0 0 0,1-1 0,1 0 0,-4 0 0,0 0 0,0 0 0,3 0 0,3 0 0,-3 0 0,0 0 0,-1 0 0,2 0 0,0 0 0,-8 0 0,0 0 0,1 0 0,0 0 0,2 0 0,0 0 0,9-1 0,-1 0 0,-9 1 0,0 0 262,6-1 0,-3 0-262,-11 1 2868,13-1-2868,-21 1 0,4-8 0,-7 3 0,2-5 0,-3 4 0,4-5 0,-3 1 0,8-11 0,-8 11 0,7-12 0,-3 12 0,-1-4 0,1 4 0,-5 4 0,2-2 0,-2 3 0,0 0 0,0 2 0,-1 0 0,4-9 0,-4 6 0,5-10 0,-4 7 0,-1-10 0,2 6 0,-4-6 0,1-1 0,0 1 0,-1 1 0,0-13 0,0 0 0,0 5 0,0-11 0,-1 17 0,-1 1 0,2-1 0,-2-3 0,1 0 0,1 4 0,0-7 0,-2 5 0,1 7 0,-1-6 0,-1 0 0,2-1 0,-3-16 0,1 15 0,1 5 0,-5-14 0,3 13 0,-4-14 0,3 13 0,-2 2 0,5 5 0,-4 3 0,4 3 0,-3 0 0,0 1 0,-8 0 0,5 1 0,-17-1 0,4 1 0,3 3 0,-1 0 0,-6-3 0,-3 4 0,16-2 0,-2 0 0,3 1 0,2-3 0,1 1 0,3 0 0,-2 1 0,1 0 0,-1 1 0,1 0 0,1 1 0,1 0 0,-1 0 0,1 0 0,-4 0 0,0-1 0,0 0 0,-1 0 0,4 1 0,-3 0 0,3-2 0,2 2 0,2-1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1:14.350"/>
    </inkml:context>
    <inkml:brush xml:id="br0">
      <inkml:brushProperty name="width" value="0.05292" units="cm"/>
      <inkml:brushProperty name="height" value="0.05292" units="cm"/>
      <inkml:brushProperty name="color" value="#FF0000"/>
    </inkml:brush>
  </inkml:definitions>
  <inkml:trace contextRef="#ctx0" brushRef="#br0">15690 7854 24575,'30'0'0,"-10"0"0,11 0 0,1 0 0,6 0 0,-8 0 0,4 0-1093,-8 0 1,1 0 0,-1 0 913,5 0 0,2 0 179,-4 0 0,4 0 0,0 0 0,-3 0 0,-2-1 0,-3-1 0,2 1 0,8 1 0,1 0 0,2-1 0,-4 0 0,0-1 0,1 0 0,-1 0 0,-3 1 0,-1 0 0,1 0 0,0-1 0,4 1 0,0 0 0,1 0 0,-3 0 0,1 0 0,-2-1 0,1 1 0,3 1 0,1 0 0,-3 0 0,-8 0 0,-2 0 0,3 0 0,5 0 0,3-1 0,1 0 0,-4 0 0,6 1 0,-2-1 0,-3-1 0,2-1 0,0 1 0,1 1 0,2 2 0,-3-2 0,-8-1 0,-1-1 0,3 1 0,3 1 0,6 0 0,1 0 0,-1 0 0,-5 1 0,-3-2 0,-2 1 0,2-1 0,2 1 0,3 0 0,2 1 0,-3-1 0,-3 1 0,-3 0 0,-4 0 0,3 0 0,1 0 0,2 0 0,0 0 0,-2 0 0,8 0 0,0 0 0,-6 0 0,2 0 0,1 0 0,-5 0 0,1 0 0,-1 0 0,0 0 0,2-1 0,-1-1 0,3 1 0,-1 1 0,4 0 0,1 0 0,-1 0 0,-4-1-1093,1 0 1,-4 0 0,2 0 1086,1 0 1,3 1 0,0 0 0,-2 1 5,2-1 0,0 0 0,-2 0 0,-4 0 0,-2 0 0,3 0 0,1-1 0,1 0 0,1 0 0,-3 0 0,8 1 0,-1-1-128,-8 0 0,0 0 1,1 0 127,-3 0 0,1 0 0,-1-1-241,6 0 0,2 0 241,-4 0 0,1 1 0,-2 0 0,4-1 0,-2 0 0,-2 2 0,-1 0 0,2-1 0,-1-1 0,7 1 0,-3 0 0,7 0 0,-4 0 0,-9 1 0,1 0 0,1 0 0,6-1 0,2 0 0,-1 0 0,-7 1 0,3-1 0,-1 1-31,2-1 1,6 0-1,-1 0 1,-6 0 30,-7 0 0,-1-1 0,5 2 0,2 0 0,-3 0 1455,-8-2 0,0 0-1455,5 2 0,0 0 0,-4 0 0,-1 0 2183,14 0-2183,-10 0 0,-2 0 670,2 0-670,-2 0 2077,-2 0-2077,-13 0 80,16 0-80,-17 0 0,12 0 0,-3 0 0,-1 0 0,2 0 0,-14-1 0,7 1 0,-9-2 0,3 2 0</inkml:trace>
  <inkml:trace contextRef="#ctx0" brushRef="#br0" timeOffset="8156">3505 8928 24575,'33'0'0,"-1"0"0,1 0 0,-2 0 0,1 0 0,-1 0 0,-2 0 0,-2 0 0,-3 0 0,4 0-656,-1 0 1,4 0-1,1 0 1,-1 0 0,-2 0-438,4 0 1,-1 0 0,0 0 873,0 0 1,2-1 0,0 1 0,-1 1 159,-2-1 0,0 1 1,-1 0-1,-2 0 59,-1 0 0,-1 1 0,1-1 0,5 1 0,2 0 0,0 0 0,-5 0 232,2 0 1,-2 0-233,0 0 0,3-1 0,-1 0 0,-3-1 0,-1 0 0,-1 0-520,1 0 0,-1 0 1,2 0 519,2 0 0,2 0 0,0 0 0,-3 0 0,-1 0 0,-3 0 0,2 0 0,1 0 0,1 0 0,1 0 0,-1 0 0,0-1 0,0 0 0,0 0 0,0 0 177,6 1 0,-1 0 1,3-1-178,-5 1 0,3-1 0,1 0 0,0 0 0,-2 1 0,3-1 0,-2 2 0,0-1 0,2 0 0,-6 0 0,0 0 0,2-1 0,-1 1 0,0 0 0,-2 1 0,7-1 0,-3 2 0,1-1 0,2-1 0,-1 1 0,2-1 0,1 0 0,-3 0 0,-3 0 0,1 2 0,-4-1 0,2 0 0,0-1 0,2 1 0,1-2 0,-1 1 0,-3-1 0,1 0 0,-2 0 0,0 0 0,1 1 0,-2 0 0,4-1 0,-1 0 0,3 0 0,2-1 0,-1 1 0,-4-1 0,3 1 0,-4-1 0,1 0 0,-2 1 0,1-1 0,1-1 0,-1 1 0,0-1 0,0 0 0,0 0 0,-2 0 0,-2 0 0,-1 0 0,2 0 0,1 1 0,4-1 0,1 1 0,-1 0 0,-4-1 0,2 0 0,-3 1 0,1-1 0,0 2 0,2 0 0,1 0 0,-1 0 0,0-1 0,0 0 0,0 0 0,-2 0 0,1 1 0,-2-1 0,2 1 0,-1 0 0,3 0 0,1 0 0,-2 1 0,-3-2 0,0 0 0,-4-1 0,1 1 161,5 2 1,2 0 0,-1-1-162,-2-1 0,-2 0 0,0 0 141,2 1 1,0 1-142,-3-1 0,1 0 0,0 0 0,1 0 0,1-1 0,-2 2 0,1-1 0,2 1 0,5-1 0,5-1 0,-4 1 0,-1 1 0,-2 0 0,-3 0 0,0 0 0,1 0 0,-3 0 0,1 0 0,-2 0 0,4 0 0,0 0 0,-2 0 0,2 0 0,-3 0 0,0 0 0,-1 0 0,3 0 0,1 0 0,2 2 0,-1-1 1546,5 0-1546,-3 1 0,-1 1 0,3-2 0,-10 0 0,0 1 0,11-2 0,-10 1 2888,-7 0-2888,-11 1 1595,4-2-1595,-6 0 1169,11 0-1169,-10 0 258,8 0-258,-11 0 0,-1 0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1:35.054"/>
    </inkml:context>
    <inkml:brush xml:id="br0">
      <inkml:brushProperty name="width" value="0.05292" units="cm"/>
      <inkml:brushProperty name="height" value="0.05292" units="cm"/>
      <inkml:brushProperty name="color" value="#FF0000"/>
    </inkml:brush>
  </inkml:definitions>
  <inkml:trace contextRef="#ctx0" brushRef="#br0">1635 8742 24575,'31'3'0,"0"0"0,0 1 0,-2-3 0,2 1 0,1 0 0,-1-1 0,-2 0 0,5 0 0,-2-2 0,5 1-469,-6 0 1,4 0 0,3 0 0,1 0 0,-1 0 0,-2 0 0,-3 0-352,1 0 1,-4 0 0,0 0 0,6 0 454,-5 0 1,4 0 0,3-1 0,2 1 0,0 0 0,0-1 0,-1 0 0,-3 1 0,-3-1-151,2 0 1,-4 0 0,-1 0 0,1 0 0,4 0 514,-4 1 0,3-1 0,2 1 0,1-1 0,1 1 0,-1-1 0,-1 1 0,-2-1 0,-4 1 0,10-2 0,-5 1 0,0 0 0,3 1-52,-7-1 1,3 1 0,1 0 0,0 0 0,0 0 0,-3 1 0,-2-1 51,3 0 0,-2 0 0,-2 0 0,1 0-186,5 0 0,0 0 1,-1 0-1,0 0 186,4 0 0,-2 0 0,-2 0 0,-1 0 0,-1 0 0,-1 0 0,2 0 0,-5 0 2727,2 0-2727,3 0 3276,-21 0-2238,-4 0 2238,5 0-2060,-5 0 754,12-3-1970,-4 3 0,5-2 0,2 1 0,8 1 0,-4 0 0,5 0 0,-3 0 0,-8 0 0,0 0 0,17 0 0,-4 0 0,-15 0 0,-5 0 0,-13 0 0</inkml:trace>
  <inkml:trace contextRef="#ctx0" brushRef="#br0" timeOffset="2029">8006 9820 24575,'31'0'0,"-8"0"0,1 0 0,9 0 0,4 0 0,-9 0 0,2 1 0,1 0 0,-2 0-1093,-2 0 1,-2 1 0,1-1 1060,10 0 0,3 1 1,-2-1-528,-6 1 1,-1 1-1,-1-1 559,-2-2 0,-1 0 0,3 1 0,3 0 0,4 1 0,0 0 0,-3 0 0,-1-2 0,-1 0 0,1 1 0,-3-1 0,0 1 0,2 0 0,0 0-395,3-1 0,2 0 1,0 0-1,-2 0 395,1 0 0,-2 0 0,4 0-514,-3 0 0,4 0 0,1 0 1,-1 0-1,-4 0 514,3 0 0,-3 0 0,2 0 0,-1 0 0,2 0 0,0 0 0,0 0 0,-1 0 0,-1 0 0,0 0 0,0 0 0,-4-1 0,-1 0 0,1 0 0,3 0 0,-3 1 0,2-1 0,2 0 0,0 0 0,-2 0 0,-2 1 0,1-2 0,-3 1 0,0 0 0,1 0 0,-1 0 0,2 0 0,0 0 0,0 1 0,-1-1 0,4 0 0,0 0 0,-1 0 0,-1 0 0,-1 1 0,-2 0 0,3-1 0,-3 1 0,3-1 0,0 0 0,0 0 0,-4 1 0,2-1 0,-3 2 0,2-1-249,5 0 0,1 0 0,0 0 249,-1 0 0,-1 0 0,-2 0 51,4-2 0,-1 0-51,-4 2 0,1 0 0,-2-1 1041,-4 0 0,-2-1-1041,0 2 0,-1 0 2896,6-2-2896,-10 2 2681,4-2-2681,-13 0 2182,6 2-2182,-5-2 0,-5 2 0,1 0 0,-3 0 0,-2 0 0,1 0 0</inkml:trace>
  <inkml:trace contextRef="#ctx0" brushRef="#br0" timeOffset="21734">16402 7850 24575,'6'0'0,"-1"0"0,1 0 0,-3 0 0,3 0 0,4 0 0,-4 0 0,5 0 0,-5 0 0,0 0 0,3 0 0,4 0 0,-3 0 0,23 0 0,-19 0 0,16 0 0,3 0 0,-5 0 0,7 0 0,-1 0 0,-8 0 0,5 0 0,0 0 0,1 0 0,-6 0 0,4 0 0,-3 0 0,-5 0 0,0 0-191,4 0 1,2 0 0,-4 0 190,11 0 0,-14 0 0,-1 0 0,4 0 0,-3 0 0,1 0 0,1 0 0,2 0 0,3 0 0,1 0 0,-6 1 0,2-2 0,2 0 0,0 0 0,-1 0 0,1 1 285,3-2 1,-1 1-286,8 1 0,-17-1 0,2-1 0,2 1 0,0 1 0,-2-2 0,-1 1 0,0 1 0,-1 0 0,17 0 0,-4 0 0,-13 0 0,1 0 0,12 0 0,-1 0 0,-11 0 0,-2 0 0,11 0 0,-2 0 0,-1 0 0,-1 0 0,-4 0 0,-1 0 0,12-3 0,1 2 0,-11 0 0,0-1 0,10 2 0,3-2 0,-14 1 0,2 1 0,7-3 0,1 0 0,-6 1 0,0 1 0,4-1 0,0 0-568,0-1 1,-1 0 567,-6 3 0,1 0 0,2-1 0,2-1 0,-2 2 0,-3 0 0,-1 0-96,5-2 1,0 1 95,-3 0 0,-1 1 0,1-2 0,0 1 0,-3 0 0,1 2 0,9-1 0,0 0 0,-10 0 0,0 0-1070,11-1 0,4-1 1,-2 1 1069,-2 1 0,1-1 0,-5 1 0,4-1 0,3 1 0,-2-1 0,-4 0 0,1 0 0,-3-1 0,3 1 0,-1 1 0,3 0 0,2 0 0,-2 0 0,-4-1-187,-1 0 1,-3 0-1,3 0 187,6 0 0,4 1 0,0 1 0,-5-1 0,1 0 0,-1 0 225,-3 0 1,4 0 0,-1 0-1,-2 0-225,5-2 0,0 0 0,-5 2 0,3 0 0,1 0 0,-2-1-224,-2 0 0,0-1 1,0 0-1,1 0 224,-2 1 0,2 1 0,0-1 0,0 0 0,-2 0 101,4 0 0,-1 0 1,-2 0-1,0 0-101,1 0 0,-1-1 0,-1 1 0,1 1 0,0 1 0,-2-2 287,-4 0 1,1-1-288,6 2 0,4 0 0,-3-1 0,0 0 0,1-1-408,-5 2 1,3 0 0,0 0 0,-4 0 407,8 0 0,-2 0 0,-6 0 0,2 0 0,-1 0 0,1 0 0,-1 0 0,0 0 0,7 0 0,2 0 0,-8 0 0,3 0 0,0 0 0,-3 0 0,-4 0 0,-1 0 0,2 0 0,7 0 0,4 0 0,0 0 0,-5 0 0,5-2 0,-2 1 0,2 0 0,1 1 0,-4 0 479,-11-2 1,-1 0-480,3 2 0,-2 0 2677,10-3-2677,-9 3 0,4-3 0,-16 3 2030,0-1-2030,0 0 71,-5 0-71,12 1 0,-11 0 0,8-2 0,-4 2 0,1-2 0,1 2 0,-5 0 0,1 0 0,-4 0 0,1 0 0,-4 0 0,1 0 0,-2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2:28.086"/>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FF0000"/>
    </inkml:brush>
  </inkml:definitions>
  <inkml:trace contextRef="#ctx0" brushRef="#br0">8214 6775 24575,'11'-2'0,"-1"1"0,7 1 0,8 0 0,-1 0 0,1 0 0,-4 0 0,-7 0 0,17 0 0,-17 0 0,18 0 0,-13 0 0,4 0 0,3 0 0,-12 0 0,21 0 0,-20 0 0,15 0 0,-7 0 0,4 0 0,6 0 0,-2 0 0,-7 0 0,10 0 0,-10 0 0,9 0 0,-2-3 0,-12 2 0,11-1 0,-16 2 0,21 0 0,-16 0 0,17 0 0,-13 0 0,-1 0 0,4-2 0,-7 2 0,13-2 0,-16 2 0,14 0 0,-20 0 0,8 0 0,4 0 0,-6 0 0,12 0 0,-13 0 0,1 0 0,2 0 0,-7 0 0,18 0 0,-21 0 0,13 0 0,-13 0 0,-1 0 0,2 0 0,-4 0 0,1 0 0,9 0 0,-8 0 0,10 0 0,-10 0 0,0 0 0,-1 0 0,-1 0 0,1 0 0,-3 0 0,0 0 0,-1 0 0</inkml:trace>
  <inkml:trace contextRef="#ctx0" brushRef="#br0" timeOffset="2145">7319 7458 24575,'6'0'0,"4"0"0,-3 0 0,8 0 0,-7 0 0,10 0 0,1 0 0,0 0 0,2 0 0,2 0 0,7 0 0,-5 0 0,1 0 0,5 0 0,-2 0-964,-8 0 1,0 0 963,5 1 0,3 1 0,-2-1 0,-3-1 0,-1 0 0,11 2 0,2 0 0,0-2 0,-2 0 0,-8 0 0,0 0 0,8 0 0,1 0 0,-4 0 0,-1 0-421,-3 0 1,1 0 420,9 0 0,1 0 0,-7 0 0,1 0 0,3 0 0,2 0 0,-3 0 0,-2 0 0,-1 0-133,-3 0 1,2 0 0,-5 0 132,12-3 1799,-4 2-1799,-5 0 0,0-1 0,-1 2 453,-1 0 1,-3 0-454,-9 0 0,9 0 0,-12-1 459,0 1-459,-3-2 0,1 2 0,-3 0 0,0 0 0,1 0 0,-2 0 0,2 0 0,-3 0 0,-1-1 0,-1 1 0,-1-2 0</inkml:trace>
  <inkml:trace contextRef="#ctx0" brushRef="#br1" timeOffset="28740">5113 7430 24575,'23'7'0,"9"1"0,-21-7 0,15 1 0,9-2 0,-16 0 0,2 0 0,3-1 0,2 0 0,-1 0 0,3-1 0,0 0 0,7 0 0,0 0 0,-3-3 0,2 0 0,-6 3 0,2-1 0,-1 1 0,3-2 0,1 0 0,2 1 0,3 0 0,-6 0 0,-12 1 0,0 1-181,8-1 1,3 1 0,-3 0 180,9-2 0,-8 3 0,1 0 0,-2-1 0,-1-1 0,-6 0 0,0 1 0,5-1 0,3-1 0,-2 1 0,1-1 0,1 0 0,7-1 0,0 1 0,-5-1 0,0 1 0,-2 0 0,-1-1 0,7 1 0,-7 0 0,-2 1 0,-10 2 0,5-2 0,-1 0 0,-6 1 0,3-1 0,-8 2 0,-1 0 0,0 0 541,-1 0-541,-2 0 0,-2 0 0,0-2 0,-2 2 0,1-1 0</inkml:trace>
  <inkml:trace contextRef="#ctx0" brushRef="#br1" timeOffset="34378">6633 5437 24575,'23'0'0,"-1"0"0,-3 0 0,0 0 0,17 0 0,-8 0 0,-7 0 0,0 0 0,16 0 0,-4 0 0,-8-1 0,4 0 0,-2 0 0,1-1 0,1 0-192,1 0 0,2 1 1,-3 0 191,-2-1 0,-2 1 0,7 0 0,0 2 0,-6-1 0,0 0 0,4 0 0,-2 0 0,9 0 0,-5 0 0,2 0 0,-7 0 0,1 0-316,-3 0 0,2 0 1,0 0 315,5 0 0,0 0 0,-3 0 0,-1 0 0,-4 0 0,1 0 0,13 0 0,-2 0 0,1 0 0,-10 0 0,0 0 0,5 0 0,-8 0 273,-4 0 1,-1 0-274,1 0 0,11 0 0,-11 0 0,0 0 0,2 0 0,3 0 0,-2 0 0,-12 0 975,12 0-975,-20 0 0,1 0 0,-2 0 0,-1 0 0</inkml:trace>
  <inkml:trace contextRef="#ctx0" brushRef="#br1" timeOffset="39162">4095 7416 24575,'19'0'0,"0"0"0,13 0 0,4 3 0,-12-3 0,13 3 0,-14-3 0,6 0 0,-9 0 0,8 0 0,-12 0 0,15 0 0,-17 0 0,7 1 0,-7 0 0,-1 1 0,6-2 0,-6 0 0,8 0 0,-7 0 0,0 0 0,-3 0 0,-2 1 0,-1-1 0,5 2 0,-7-2 0,9 0 0,-10 0 0,8 0 0,-8 0 0,1 0 0,0 0 0,-2 1 0,4-1 0,-2 3 0,0-3 0,-1 2 0,-1-2 0,4 1 0,-2-1 0,4 2 0,-2-2 0,0 0 0,2 0 0,-4 0 0,2 1 0,-2-1 0,1 2 0,-1-2 0,-1 0 0,-1 0 0,2 0 0,1 0 0,0 0 0,3 0 0,-2 0 0,0 0 0,-2 0 0,-2 0 0,-1 1 0,0-1 0,2 2 0,-1-2 0,1 0 0,2 0 0,-3 0 0,3 0 0,-2 0 0,1 0 0,0 0 0,0 0 0,-1 0 0,-1 0 0,-2 0 0,-1 0 0</inkml:trace>
  <inkml:trace contextRef="#ctx0" brushRef="#br1" timeOffset="55738">3020 5474 24575,'9'0'0,"0"0"0,1 0 0,7 0 0,-2 0 0,8 0 0,-5 0 0,8 0 0,2 0 0,4 0 0,-4 0 0,-6 0 0,0 0 0,9 0 0,-2 0 0,2 0 0,4 0 0,-14 0 0,3 0 0,9 0 0,3 0 0,-11 0 0,0 0 0,2 0-693,1 0 0,1 0 0,0 0 693,-1 0 0,0 0 0,-1 0 0,2 0 0,0 0 0,-2 0 0,5 0 0,0 0 0,3 0 0,2 0 0,-3 0 0,-4 0 0,-2 0 0,7 0 0,0 0-579,-4 0 1,-2 0 578,-7 0 0,1 0-364,9 0 1,1 0 363,-13 0 0,-1 0 0,4 0 0,0 0 0,13 0-125,-3 2 125,-12-1 0,0-1 1852,12 3-1852,-5-3 1224,6 0-1224,-19 0 858,20 0-858,-21 0 154,7 0-154,-10 0 0,-4 0 0,-1 0 0,-4 0 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3:58.869"/>
    </inkml:context>
    <inkml:brush xml:id="br0">
      <inkml:brushProperty name="width" value="0.05292" units="cm"/>
      <inkml:brushProperty name="height" value="0.05292" units="cm"/>
      <inkml:brushProperty name="color" value="#FF0000"/>
    </inkml:brush>
  </inkml:definitions>
  <inkml:trace contextRef="#ctx0" brushRef="#br0">4129 9521 24575,'9'1'0,"2"0"0,-5 1 0,2-1 0,-2 1 0,3-1 0,6 0 0,-6-1 0,7 0 0,-8 2 0,13-2 0,-9 2 0,17-2 0,-3 0 0,3 0 0,3 0 0,-14-2 0,17 2 0,-19-2 0,10 0 0,1 1 0,-10 0 0,13 0 0,3 0 0,-6 1 0,-3 0 0,-1 0 0,3 0 0,-8 1 0,8 0 0,-4 0 0,2-1 0,-1 0 0,2 0 0,8 0 0,-7 0 0,0 0 0,2 0 0,2 0 0,-8 0 0,11 0 0,-10 0 0,-2 0 0,-4 0 0,-7 0 0,16 0 0,0 0 0,8 0 0,-6 0 0,7 0 0,-15 0 0,6 0 0,-8 0 0,-6 0 0,1 0 0,-5 0 0,0 0 0,0 0 0,-3 0 0,10 0 0,-9 0 0,6 0 0,-8 0 0,0 0 0,1 0 0,15 0 0,-11 0 0,12 0 0,-12 0 0,0 0 0,-1 0 0,-3 0 0,-2 0 0,0 0 0,2 0 0,-2 0 0,0 0 0,-1 0 0</inkml:trace>
  <inkml:trace contextRef="#ctx0" brushRef="#br0" timeOffset="1933">4083 7032 24575,'10'0'0,"-1"0"0,13 0 0,-9 0 0,10 0 0,3 0 0,0 0 0,8 0 0,2 0 0,-14 1 0,-1-2 0,8 0 0,-2 0 0,1 0 0,6-2 0,-10 3 0,6 0 0,1 0 0,6 0 0,-4-1 0,5 0 0,-4 0 0,-7 1 0,-1-1 0,10 0 0,4 0 0,-4 0 0,-10 0 0,-1-1 0,3 2 0,3 0 0,-2-1 0,-1 0 0,0-1 0,8 2 0,0 0 0,-10-1 0,0 0 0,-2 0 0,1 1 0,-2 0 0,8-2 0,-2 1 0,3 1 0,-9 0 0,4 0 0,-14 0 0,2 0 0,-1 0 0,-7 0 0,9 0 0,-6 0 0,1 0 0,5 0 0,-9 0 0,9 0 0,-10 0 0,0 0 0,1-1 0,-2 0 0,4 0 0,-2 1 0,-1 0 0,-2 0 0,3 0 0,-1 0 0,2 0 0,-3 0 0,1-1 0,-3 0 0,3 0 0,-1 1 0,1 0 0,-1 0 0,-1 0 0,-1 0 0,0 0 0,-1 0 0,-1 0 0</inkml:trace>
  <inkml:trace contextRef="#ctx0" brushRef="#br0" timeOffset="9238">5993 9561 24575,'27'2'0,"-7"0"0,12-2 0,-12 0 0,15 0 0,-15 0 0,2 0 0,6 0 0,2 0 0,2 0 0,1 0-311,-4 0 1,0 0 310,-4 0 0,0 0 0,3 0 0,-1 0 0,-2 0 0,1 0 0,8-1 0,4 0 0,-3 0 0,-4 0 0,0 1-425,-4-1 1,4 0-1,0 0 1,-4 1 424,2-1 0,-1 2 0,3-1 0,3 0 0,-2 0 0,2 0 0,-1 0 0,-9 0 0,2 0 0,0 0 0,6 0 0,1 0 0,-1 0-1365,4 0 0,2 0 1365,-4 0 0,4 0 0,1 0 0,-4 0 0,-3-2 0,-3 1 0,2 0 0,-2 1 0,0-1 0,1 1 0,0 0 0,-1-1 0,0 0 0,-1 0 0,-1 0-599,-1 1 1,-2 0 0,2 0 598,5 0 0,2-1 0,1 0 0,-2 0 0,-1 1 0,-1-1 0,0 1 0,-2-1 0,2 0 0,-2 0 0,0 1 0,-1-1 0,-1 1 0,1 1 0,4-1 0,1 0 0,-3 0 213,-8 0 1,0 0-214,9-1 0,3 0 0,-4 0 0,-9 0 0,-1 1 0,16-3 0,0 1 0,-3 2 1315,-4-2-1315,-2 2 0,0 0 0,8 0 1360,-15 0 0,0 0-1360,15 0 2382,-13-2-2382,-6 2 0,-10-1 0,-3 1 0</inkml:trace>
  <inkml:trace contextRef="#ctx0" brushRef="#br0" timeOffset="10490">9182 9544 24575,'28'0'0,"1"0"0,-1 0 0,-2 0 0,2 0 0,1 0 0,0 0 0,1 0 0,1 0 0,0 0 0,2 0 0,2 0-469,-4 0 1,3 0 0,1 0 0,0 0 0,0 0 0,-1 0 0,-2 0-188,3 0 1,0 0-1,-2 0 1,0 0 0,2 0 108,-2 0 1,1 0 0,0 0 0,1 0 0,-2 0 0,0 0 243,0 0 1,0 0 0,-2 0 0,0 0 0,-1 0 302,8 0 0,-2 0 0,1 0 374,-5 0 0,1 0 0,-1 0 1,-5 0-375,-3 0 0,-3 0 0,2 0 0,-2 0 0,-4 0 1638,7 0 0,0 0 353,-9 0 1285,20 0-2975,-16-2-301,3 2 1001,-3-2-1001,-9 2 0,0-1 0,2 1 0,-4-2 0,3 2 0,-5-1 0,-4 1 0,-1-2 0</inkml:trace>
  <inkml:trace contextRef="#ctx0" brushRef="#br0" timeOffset="12733">6109 7093 24575,'22'0'0,"-3"0"0,2 0 0,9 0 0,2 0 0,-13 0 0,0 0 0,6 0 0,0 0 0,-6 0 0,1 0 0,18 0 0,-1 0 0,-3 0 0,2 0 0,0 0 0,-10 0 0,9 0 0,3 0 0,-14 0 0,0 0-315,3 0 1,3 0 0,-3 0 314,-2 1 0,1-2-452,6 0 0,4 0 0,-3 0 452,-3 0 0,0 1 0,1-1 0,2-1 0,1 1 0,2 1 0,1 0 0,-2 0-939,-6 0 0,-2 0 0,4 0 939,-2 0 0,4 0 0,1 0 0,-1 0 0,-3 0 0,0 0 0,-2 0 0,1 0 0,0 0 0,1 0 0,0 0 0,-2 0-535,5 0 1,-1 0-1,-2 0 535,6 0 0,1 0 0,0 0 0,2 0 0,-3 0 0,-1 0 0,-3 0-149,-7 0 1,0 0 0,1 0 148,2 0 0,1 0 0,-4 0 201,-4 0 0,-1 0-201,9 0 0,4 0 0,-5 0 0,0 0 1258,-6 1 0,0-2-1258,5-1 1892,-9 1-1892,6-2 1509,-10 3-1509,-5 0 846,2 0-846,-5 0 0,5 0 0,-6 0 0,-1 0 0,-2 0 0,-1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4:47.239"/>
    </inkml:context>
    <inkml:brush xml:id="br0">
      <inkml:brushProperty name="width" value="0.05292" units="cm"/>
      <inkml:brushProperty name="height" value="0.05292" units="cm"/>
      <inkml:brushProperty name="color" value="#FF0000"/>
    </inkml:brush>
  </inkml:definitions>
  <inkml:trace contextRef="#ctx0" brushRef="#br0">6738 8211 24575,'5'0'0,"-1"0"0,-1 0 0,0 0 0,0 0 0,2 0 0,0 0 0,3 0 0,11 0 0,0 2 0,12-1 0,6 1 0,-3-2 0,-5 2 0,1-1 0,-8-1 0,1 1 0,9 1 0,5 0 0,-4 0 0,-6-1 0,-1-1-583,10 2 0,3 0 0,-4 0 583,-11-1 0,-1-1 0,11 1 0,2 1-475,0 0 0,-2-1 475,-9 1 0,2 0 0,4-1 0,4 1 0,-5-1 0,-10 1 0,0-1 0,7-1 0,2 0 0,-6 0 0,-5 0 0,11 0 0,-27 0 0,1 0 0</inkml:trace>
  <inkml:trace contextRef="#ctx0" brushRef="#br0" timeOffset="29162">5249 8324 24575,'19'7'0,"0"2"0,0-1 0,-1 1 0,0 0 0,4 3 0,-2-3 0,1 0 0,0 3 0,-1-1 0,-3-2 0,0 0 0,9 4 0,-1 0 0,-8-5 0,0 0 0,6 5 0,1-1 0,-1 0 0,1-1-368,-5 1 1,2 1 367,2-1 0,1 0 0,-1 0 0,-4-3 0,-1 0 0,9 5 0,2 1 0,3 3 0,1-1 0,-2 0 0,1-1 0,-9-2 0,1 0 0,0-2 0,8 3 0,-1 0 0,-9-1 0,1 1 0,-1 0 0,3 2 0,-1-1 0,2 3 0,1 1 0,1 2 0,0 1 0,1 0 0,-4-3 0,0-1 0,0 1 0,0 0 0,0-1-820,2 3 1,0-1 0,0 1 0,1-1 678,0-1 0,2 0 1,0-1-1,-1 0 1,-4-2 140,1 0 0,-3-1 0,1-1-496,7 4 1,2 1 0,-3-2 495,2 2 0,-3-1-124,-4-2 1,2 1 123,3 2 0,2 3 0,-3-3 0,-9-5 0,0 0 174,6 3 0,5 2 0,-4-2-174,-5-3 0,-2-2 0,2 1 0,-2 0 3276,8 4-2878,-13-5 1499,-9-10-1897,2 5 355,-11-9-355,-14-4 0,4 1 0,-10-5 0,0-1 0,8 4 0,-11-4 0,-2-2 0,3 2 0,3 1 0,-2-1 0,-9-3 0,6 1 0,-8-2 0,20 7 0,-4-1 0,-1-1 0,0 3 0,-6-5 0,5 4 0,12 3 0,-6 1 0,11 1 0,-1 2 0,4 0 0,31 22 0,-7-11 0,-2 2 0,4 3 0,0-3 0,-2-4 0,0-1 0,2 4 0,2 0-507,-3-3 0,1-1 0,-3 0 507,-2 1 0,0 0 0,15 4 0,-1-2 0,-5-1 0,-4-5 0,-14-4 0,-4 0 0,-2-3 0,-9-22 0,-3 2 0,0-6 0,-1 0 0,-1 2 0,-4-8 1521,4 12-1521,-1 3 0,-3-9 0,5 15 0,2 0 0,3 8 0,-2-4 0,-5-2 0,2 0 0,-1 2 0,5 4 0,1 1 0,-2 1 0,3-1 0,0 2 0</inkml:trace>
  <inkml:trace contextRef="#ctx0" brushRef="#br0" timeOffset="31377">10932 10482 24575,'8'0'0,"0"0"0,-3 0 0,5 0 0,0 2 0,3-2 0,19 2 0,-15-2 0,4 0 0,5 0 0,8 0 0,3 0 0,-3 0 0,2 0 0,0 0-521,-8 0 0,1 0 1,-1 0-1,0 0 521,7 0 0,0 0 0,0 0 0,-6 0 0,1 0 0,0 0 0,-3 0 0,9 0 0,1 0 0,-9 0 0,5-1 0,1 0 0,-1 0 0,-4 0 0,0 1 0,-3 0 0,2-1 0,0 1 0,2-1 0,0 0 0,0 0 0,1 0 0,0 0 0,0 0 0,-2 0-883,2 0 1,-2 1 0,3 0 882,-4-1 0,4 0 0,0 0 0,-1 1 0,-3-1 0,3 1 0,-2 0 0,0 0-620,3 0 0,1 0 1,1 0 619,2-1 0,1-1 0,-3 1 0,1 1 0,2-1 0,-6 0 0,3-1 0,0 0 0,-3 0 0,4 2 0,-2-1 0,-5 0 0,0 0 0,1 0 0,2 1 0,0 0 0,-1 0 0,2-2 0,1 0 0,-5 2 0,3 0 0,0 0 0,-4 0 0,3-2 0,-2 0 0,-2 2 0,1 0 0,-2 0 0,5 0 0,-3 0 0,-7 0 0,0 0 786,16 0 0,-4 0-786,-12 0 1300,1 0 0,-2 0-1300,-15 0 604,5 0 0,-7 0 0,1 0 1</inkml:trace>
  <inkml:trace contextRef="#ctx0" brushRef="#br0" timeOffset="36260">5150 4569 24575,'7'2'0,"0"-1"0,0-1 0,9 0 0,2 0 0,3 2 0,2-1 0,7 0 0,-4 0 0,0 1 0,-2-2 0,10 0 0,-6 2 0,5-1 0,-6 1 0,1-1 0,-8-1 0,0 0-378,9 0 0,2 0 378,6 2 0,1-1-972,-5 0 1,1-1 971,-7 1 0,3 0 0,-1 0 0,-2 0 0,8-1 0,-1 0-30,-6 0 0,2 0 1,0 0 29,1 0 0,1 0 0,-1 0 0,-4 0 0,-1 0 0,1 0 0,4-1 0,0 1 0,-1 1 0,3 0 0,-2 1-497,3-2 1,-2 1 496,-9 0 0,1 1 0,4-2 0,3 0 0,-4 0 0,-5 1 0,-1 1 0,10-2 0,4 0 0,-4 1 0,-10 0 0,-1 1 0,6-2 0,4 0 0,-5 0 640,6 0-640,-9 0 0,1 0 0,0 0 0,0 0 0,12 0 0,-15 0 0,1 0 0,1 0 0,0 0 1895,9 0-1895,-10 0 0,0 0 97,-2-2-97,-7 2 287,-7-1 0,-4 1 0,1 0 1</inkml:trace>
  <inkml:trace contextRef="#ctx0" brushRef="#br0" timeOffset="39515">7480 8351 24575,'18'10'0,"1"0"0,11 4 0,3-1-1063,-1-1 1,1-1 1062,-5 0 0,1 0 0,2 0-820,2 1 1,2 0 0,0 1 0,-1-1 333,-7-1 1,-1-1 0,0 0 0,3 1 485,2 2 0,4 0 0,2 2 0,0-1 0,-2 0 0,-1-1 0,-5-1 0,-1-2 0,-1 1 0,1-1 0,1 1 0,-1 0 0,2 0 0,0 0 0,1 0 0,1 1 0,1 0 0,-2 0 0,2-1 0,1 1 0,0 1 0,1-1 0,0 0 0,-1 1 0,-1-1 0,1 0 0,-1 1 0,-1-1 0,1 0 0,-1 1 0,3 0 0,0 0 0,-3-1 0,1 0 0,1 0 0,1 1 0,0 0 0,1-1 0,-1 1 0,0 0 0,-2-1 0,0 0-352,2 1 0,0-1 0,-1 1 0,-1-1 0,0 0 0,0 0 0,-1 0 0,-1-1 352,4 2 0,-2-1 0,0 0 0,-1-1 0,1 1 0,1 0 0,-2-1 0,1 1 0,1-1 0,0 1 0,-2-1 0,0 0 0,-3-1 0,6 3 0,-4-2 0,0 1 0,2 0 0,-1 0 0,2 1 0,0 0 0,0-1 0,-1 1-419,-3-2 1,1 0 0,-1 0 0,-1-1 0,-1 1 418,1-1 0,-2 0 0,0 0 0,2 1 0,-1-1 0,3 1 0,0 0 0,0 0 0,-1-1 0,-2 0 0,7 3 0,-2-1 0,1 0 0,-4 0 0,1 0 0,0 0 0,1 0-194,0-1 0,0 0 0,0 0 0,-2 0 194,-4-1 0,-1 0 0,2 1 0,6 1 0,4 1 0,0-1 0,-5 0 0,3 1 0,-1-1 535,-7-1 0,2 0 0,-1 0-535,-2-1 0,-1 0 0,-1-1 1612,1 1 1,1 0-1613,0-1 0,1 2 0,-1-2 0,-1 1 0,-1-1 0,0 0 0,0-1 0,-1 1 0,-2-2 0,-1-1 3119,6 2-3119,-15-6 2563,-3-1-2563,-12-1 1560,-21-8-1560,4 2 0,-9-8 0,-3-4 96,14 5 1,0 0-97,-10-5 0,-1-3-381,8 5 0,1-1 0,1 1 381,0 1 0,0-1 0,-2-1 0,-2-2 0,2 2 0,6 3 0,-2 0-172,-4-1 1,-4 0 0,5 2 171,-5-6 0,-8 1 0,1 2 0,16 6 0,0 0 0,0 2 0,4 0 697,5 3-697,-2 1 1154,10 3-1154,30 19 0,-6-5 0,2 2 0,4 3-268,1 2 1,0-1 267,-9-5 0,1 0 0,3 1 0,2 2 0,-3-3 0,-6-3 0,-2-1 0,8 4 0,0 0 0,-2 2 0,1 0 0,6 3 0,1 0 0,-7-3 0,1 0 0,1 1 0,-1-3 0,-3-5 0,-9-3 0,-1-1 0,-7-4 0,-2 1 0,2-1 1102,-5-1-1102,-4 0 0,-4 0 0,-1 0 0,0 0 0,-16-3 0,-9-3 0,9 2 0,-2 0 0,-1-1-1093,-6 0 1,-3 0 0,1 0 799,7 1 1,-1 0 0,1 0-1,-2 0 293,-2 0 0,-1 0 0,1 0 0,0 0 0,3 2 0,2-1 0,0 1 0,-3-1 0,-3-1 0,-2 0 0,-2 0 0,2 0 0,4 0 0,-1 1 0,2 0 0,-1 0-454,-5 0 1,-3-1 0,1 0 0,6 0 453,6 0 0,1 1-56,-1 0 0,-1 1 0,6-1 56,9 1 0,1 2 0,10 0 0,1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6:08.369"/>
    </inkml:context>
    <inkml:brush xml:id="br0">
      <inkml:brushProperty name="width" value="0.05292" units="cm"/>
      <inkml:brushProperty name="height" value="0.05292" units="cm"/>
      <inkml:brushProperty name="color" value="#FF0000"/>
    </inkml:brush>
  </inkml:definitions>
  <inkml:trace contextRef="#ctx0" brushRef="#br0">8706 5843 24575,'30'0'0,"-1"0"0,3 0 0,0 0 0,3 0-820,-6 0 1,3 0 0,0 0 0,-3 0 296,-3 0 0,-2 0 1,2 0 522,8 0 0,3 0 0,-1 0 0,-7 0 0,-1 0 0,1 0 0,3 0 0,1 0 0,-2 0 0,3 0 0,-1 0 581,2 0 0,-7 0-581,-16 0 853,13 0-853,-17 0 0,11 0 0,-10 0 2551,5 0-2551,-6 0 279,26 0-279,-19-2 0,7 2 0,-1 0 0,-12-2 0,7 2 0,-12 0 0,0 0 0,3 0 0,-1 0 0,1 0 0,1 0 0,12 0 0,-10 0 0,10 0 0,-9 0 0,-3 0 0,3 0 0,-6 0 0,-2 0 0,-1 0 0,-1 0 0</inkml:trace>
  <inkml:trace contextRef="#ctx0" brushRef="#br0" timeOffset="1216">10766 5850 24575,'29'-5'0,"1"0"0,-1 0 0,0 1 0,-1-2 0,-2 0 0,4 2 0,-1 3 0,4 0 0,2 1 0,1 1 0,-2 0 0,-3-1-1093,8 0 1,-3 0 0,1 0 669,-3-1 0,1 0 1,1 0-1,-2 0 423,-4 1 0,-1 0 0,0 0 0,-2 0 0,10-2 0,0 0 0,-10 2 0,0 0 0,-3 0 1505,12-3-1505,-15 3 807,0-3-807,-13 3 0,12 0 0,-12 0 2656,26 0-2656,-25 0 0,15-1 0,-19 1 0,12-2 0,2 2 0,4 0 0,0-1 0,-14 1 0,1-2 0,-5 2 0,1-1 0,0 1 0,-1-2 0,-2 2 0,-2 0 0</inkml:trace>
  <inkml:trace contextRef="#ctx0" brushRef="#br0" timeOffset="2434">8700 9280 24575,'25'1'0,"-1"1"0,1 0 0,2-1 0,-2-1 0,2 1 0,-1-2-995,4 1 1,3 0 0,-2 0 994,2 0 0,-1 0 0,4 0 0,0 0 0,2 0 0,-2 0 0,-10 0 0,0 0 377,3 0 0,2 0-377,-1 0 0,-2 0 0,-7 2 0,0-1-233,7 0 1,3-1 0,-2 0 232,-5 3 0,0 0 0,12-2 0,1-1 0,-3 2 0,-2-1 0,-7-1 0,1 0 0,7 0 0,4 0 0,-5 0 0,-11 0 0,0 0-17,4 0 1,3 0-1,-6 0 17,-6 0 0,2 0 0,-16 0 0</inkml:trace>
  <inkml:trace contextRef="#ctx0" brushRef="#br0" timeOffset="3576">10775 9238 24575,'30'-1'0,"0"0"0,0 0 0,5-1 0,2 0 0,-3 1 0,5 0 0,1 0 0,-5 0-1093,-5 0 1,-3-1 0,3 1 816,-1 1 0,5 0 0,0 0 0,-1 0 0,-4 0 276,-1 0 0,-3 0 0,1 0 0,2 0 0,1 0 0,-2 0 173,12 0 0,-4 0-173,-14 0 0,1 0 492,13 0 0,-2 0-492,-8 0 0,5 0 0,-7 0 2362,-8 0-2362,17 0 965,-9 0-965,9 0 0,5 0 0,-13 0 0,-1-1 0,-15 1 0,-3-2 0,-3 2 0,1 0 0</inkml:trace>
  <inkml:trace contextRef="#ctx0" brushRef="#br0" timeOffset="4510">12805 9184 24575,'33'-1'0,"0"0"0,0 0 0,0-1 0,2 0 0,0 0 0,-1-1-820,-6 1 1,-1 0 0,0-1 0,5 1 530,-1 0 0,3 0 1,2 0-1,3-1 0,0 1 1,-1 0-1,-2 0 1,-2 1-368,4-1 1,-4 1-1,0 0 1,1 0 0,3 0 479,-5 0 0,2-1 1,2 1-1,2-1 1,-1 1-1,0-1 0,-1 1 1,-3 0-1,-3 0 176,8 1 0,-4-1 0,-1 1 0,2 0-4,-4 0 0,2-1 0,0 0 1,0 0-1,-3 1 0,-3-1 4,2 1 0,-5 0 0,2 0-139,7-1 0,2 0 0,-6 0 139,-9 1 0,-3-1 1656,14-2-1656,-10 3 0,-13 0 3276,-1 0-1421,-4 0 1388,0 0-3243,0 0 854,0-1-854,0 0 0,-1 0 0,-2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7:21.165"/>
    </inkml:context>
    <inkml:brush xml:id="br0">
      <inkml:brushProperty name="width" value="0.05292" units="cm"/>
      <inkml:brushProperty name="height" value="0.05292" units="cm"/>
      <inkml:brushProperty name="color" value="#FF0000"/>
    </inkml:brush>
  </inkml:definitions>
  <inkml:trace contextRef="#ctx0" brushRef="#br0">4812 5906 24575,'17'2'0,"8"-2"0,-7 1 0,4 1 0,3-2 0,-6 2 0,8-2 0,4 3 0,-11-2 0,3 1 0,1-1 0,11-1-372,0 0 0,1 0 372,-15 0 0,0 0 0,9 0 0,2 0 0,-3 0 0,-1 0 0,-1 0 0,2 0-514,-1 0 1,3 0-1,-2 0 514,4 0 0,0 0 0,-9 0 0,2 0 0,0 0 0,8-1 0,1 0 0,-1-1 0,-8 2 0,0 0 0,1-1 0,5 1 0,3-1 0,0 0 0,-4 0 0,4 1 0,-1 0 0,-2 0 0,1 0 0,-2 0 0,6 0 0,-2 0 0,-4 0 0,0 0 0,0 0 0,1 0 0,-3 0-268,-7 0 1,-1 0 267,8 0 0,0 0 0,-7 0 0,-3 0 0,15 0 666,-1 0-666,-10 0 1551,-13 0-1551,-1 0 603,-4 0-603,1 0 0,-3 0 0,2 0 0,-4 0 0</inkml:trace>
  <inkml:trace contextRef="#ctx0" brushRef="#br0" timeOffset="11078">3622 5169 24575,'17'-2'0,"8"1"0,3 1 0,-10 1 0,2 1 0,5-1 0,6-1 0,0 0 0,-3 0-1639,6 2 1,0-1 1381,1 0 1,3-2-1,0 1 257,-1 0 0,0 0 0,-1 0 0,-6 0 0,-1 0 0,2 0 0,-2 1 0,4 0 0,-1-1 0,0 1 0,-3 0 0,1-1 0,-2 0 0,1 1 0,6 0 0,2 0 0,-1 0 0,-3 0 0,0-1 0,-1-1 0,-6 1 0,-1 0 0,2 0 0,2 0 0,2 0 0,0 0 0,-3 0 0,9 0 0,-2 0 0,-9 0 0,0 0 0,1 0-237,11 0 1,-2 0 236,-8 0 0,2 0 0,2 0 0,3 0 0,-4 0 0,-9 0 0,0 0 128,6 0 0,3 0 0,-4 0-128,-7 0 0,-2 0 0,9 0 0,3 0 0,3 0 0,-2 0 0,-11 0 0,-1 0 951,9 0 0,0 0-951,-3 0 0,-12 0 0,-4 0 0</inkml:trace>
  <inkml:trace contextRef="#ctx0" brushRef="#br0" timeOffset="26501">7747 5948 24575,'32'-3'0,"0"0"0,-4 2 0,4 1 0,1 0 0,-1-1 0,-2 0 0,0-1 0,0 0 0,1 0-656,1 2 1,1 0-1,1 0 1,0 0 0,0 0-1,0 0 1,0 0-1,-1 0 1,1 0 0,-1 0-165,2 0 1,0 0 0,0 0 0,3 0 785,-7 0 0,3 0 0,1 0 0,1 0 0,0 0 1,-2 0-1,-2 0 34,1 0 0,-2 0 0,-1 0 0,0 0 0,2 0 0,-2 0 0,1 0 0,0 0 0,1 0 0,0 0 0,0 0 0,0 0 0,-1 0 0,1 0 0,1 0 0,-1 0 0,2 0-310,-1 1 1,1 0-1,0 0 1,1 1 0,0-1-1,-1 0 1,-1 0 309,1 0 0,0 0 0,-1 0 0,1 0 0,-1 0 0,0 0 0,2 0 0,0 1 0,1-1 0,-1 1 0,-2-1 0,-1 0-325,5 1 0,-2-1 1,-1 0-1,-2-1 325,1 0 0,-2 0 0,2 0 0,3 0 0,3 0 0,-1 0 0,-5 0 0,-2 0 0,-2 0 694,9 0 0,-5 0-694,-14-2 2907,-2 2-2907,-8-2 3276,-6 2-984,0 0 850,4-1-3142,-3 1 132,3-2 0,-5 2 0,-1 0 0</inkml:trace>
  <inkml:trace contextRef="#ctx0" brushRef="#br0" timeOffset="28878">11558 11167 24575,'26'2'0,"1"-1"0,-5 2 0,1 0 0,-1-3 0,0 0 0,3 2 0,2-1-1093,-2 0 1,2 1 0,-1-1 253,3-1 1,0 1 838,3 0 0,2 0 0,-1 0 0,2-1 0,0 0 0,-11 0 0,2 0 0,0 0 0,10 0 0,3 0 0,-2 0 0,-7 0 0,0 0 0,1 0 0,-2 0 0,1 0 0,2 0 0,2 0 0,-3 0 0,1-1 0,3 0 0,-1 1 0,1-1 0,-2 0 0,4 1 0,-2 0 0,0 0 0,1 0 0,3-1 0,-4 1 0,2-1 0,1 1 0,0-1 0,1 0 0,-1 1 0,-2 0-296,2-1 1,-1 1-1,-1 0 1,1 0-1,0 1 1,0-1 295,-4 0 0,0 0 0,1 0 0,0 0 0,0 0 0,-1 0 0,0 0 0,-3 0 0,8 0 0,-2 0 0,-2 0 0,2 0 0,3 0 0,-5 0 0,2 0 0,2 0 0,0 0 0,1 0 0,-1 0 0,-2 0 0,-2 0 0,1 0 0,-2-1 0,-2 1 0,0 0 0,0 0 0,0 1 0,7-1 0,0 1 0,0 0 0,-1-1 0,-1 1 0,2-1 0,-1 0 0,-2 0 0,-2 1 0,-4 1 0,-3 1 0,-1-1 492,4-2 1,-1 1-493,9 2 0,-4 0 0,-7-3 0,-5 3 547,-17-3 0,-2 0 0,-1 0 0</inkml:trace>
  <inkml:trace contextRef="#ctx0" brushRef="#br0" timeOffset="31883">9696 6059 24575,'23'26'0,"0"0"0,-3-5 0,2 1 0,-3-2 0,-2-1 0,1 0-1093,0-2 1,2 0 0,0 1 859,3 4 0,2 2 0,-1-2 233,-4-5 0,-1 0 0,3 1 0,1 2 0,4 2 0,-1 1 0,-2-3 0,-1 0 0,-2-2 0,1 2 0,0-2 0,1 2 0,0 0 0,0 1 0,1 1 0,1 0 0,-1 0 0,0 0-957,3 1 1,0 0 0,1 1 956,-5-2 0,1 0 0,1 2 0,0-1 0,2 2 0,1-1 0,-1 1 0,0-1 0,-6-4 0,-1-1 0,1 0 0,2 3 0,0 1 0,3 2 0,1 2 0,1-1 0,-2 0 0,-2-3 0,2 0 0,-3-2 0,0 0 0,1 2 0,1 1 0,1 1 0,0 1 0,0 1 0,1 0 0,-1-2 0,0 0 0,0 1 0,1-1 0,-1 1 0,-1-1 0,-2-2 0,0 0 0,-1 0 0,0 0 0,0 0 0,0 0 0,3 2 0,0 0 0,0 0 0,1 0 0,-2 0 0,-1-2 0,-1 0 0,0 0 0,-2-2 0,0 0 0,1 0 0,2 2 0,1-1 0,-1 0 0,-1-1 0,1 2 0,-1-1 0,2 1 0,-3-2 0,2 0 0,0 2 0,0-2 0,-4-1 0,0-1 0,-3-2 0,3 4 0,1 0 0,3 4 0,2 3 0,1 0 0,0-1 0,-2-1 0,0 1 0,-1-2 0,0 1 0,-1-1 0,2 2 0,-3-3 0,0 0 0,0 0 0,1 1 0,-1 0 0,1 0 0,1 2 0,1 0 0,0 0 0,-1 0 0,-1-1 0,-3-2 0,1 1 0,-3-1 0,-1-1 0,2 1 0,1-1 0,0 2 0,1 0 0,0-1 0,-2-1-118,3 5 1,-1-2 0,1 1 117,-4-5 0,0 1 0,0 0 0,1 0 0,1 5 0,1 1 0,0 0 0,-1-1 0,0-2 0,0-1 0,-1 0 0,0 1 0,1 2 0,-1 1 0,0-1 0,-1-1 0,2-1 0,0-1 0,-2-2-405,0 6 0,1 0 405,-1-5 0,1 0 0,-1-2 0,-1 2 0,-1-2 677,2 0 0,1 0-677,0 1 0,-1-1 0,3 4 1507,-6-9 0,-3-2-1507,-5-6 2297,2 1-2297,-4-5 1243,2 5-1243,-1-5 99,6 11-99,-5-8 0,15 19 0,-9-9 0,2 1 0,1 2 0,1 4 0,3 1 0,0 0 0,-1 2 0,-4-6 0,0-2 0,-1-1 0,0 2 0,-7-12 0,6 15 0,-1-5 0,1 8 0,3 4 0,-2-5 0,0-1 0,2 8 0,0-2 0,0-2 0,-7-10 0,3 4 0,-4-10 0,-2 0 0,4 7 0,-4-6 0,0 0 0,-1-10 0,-1 1 0,-2-1 0,-1-5 0,-1-1 0,-4-6 0,-6-6 0,3 5 0,-3-4 0,3 7 0,2 1 0,-7-3 0,3 3 0,-2 1 0,-2-3 0,8 5 0,-4-4 0,4 3 0,1 0 0,-5-1 0,4 1 0,-1-3 0,0 1 0,3 0 0,-1 2 0,22 36 0,-7-18 0,9 14 0,2 0 0,-2-9 0,-1-3 0,-2 0 0,0-4 0,0-1 0,-7-7 0,-4-3 0,-1-1 0,0-1 0,0 1 0,2 0 0,-2 0 0,1 0 0,1 0 0,-3 0 0,3-1 0,-1 0 0,1 1 0,0 1 0,0 1 0,0 0 0,11-25 0,-5-11 0,-3 8 0,0-4 0,-3-1 0,-2-2 0,-1 1 0,0-3 0,-1-2 0,0 2 0,0-4 0,-1-1 0,0 4-470,0 4 0,-2 3 1,1-1 469,0-2 0,0 0 0,0 3 0,0 5 0,0 7 0,0 13 0,0 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1T21:48:42.461"/>
    </inkml:context>
    <inkml:brush xml:id="br0">
      <inkml:brushProperty name="width" value="0.05292" units="cm"/>
      <inkml:brushProperty name="height" value="0.05292" units="cm"/>
      <inkml:brushProperty name="color" value="#FF0000"/>
    </inkml:brush>
  </inkml:definitions>
  <inkml:trace contextRef="#ctx0" brushRef="#br0">3104 9745 24575,'6'2'0,"7"0"0,14 3 0,1-2 0,-2 1 0,1-2 0,-5-1 0,0-1 0,6 1 0,1 1 0,1 0 0,1-1 0,-2-1 0,1 1 0,6 0 0,0 1-985,-7 0 0,1-1 985,-4 0 0,2-1 0,-2 0 0,2 2 0,0-1-389,-1 0 1,2-1-1,-1-1 389,0 1 0,-1 0 0,3 0 0,1 0 0,-5 1 0,1 1 0,-2-1 0,-1-1 0,1 1 0,3 0 0,3 0 0,-3 0 0,-2 0 0,-2-2 0,8 1 0,1 0 0,3 0 0,0 0 0,-6 0 0,0 0 0,6 0 0,-1 0-125,-8 0 0,-2 0 125,-4 0 0,1 0 0,8 0 0,-1 0 0,7 0 0,-9 0 0,4-2 0,-2 2 0,-4-1 0,-1 1-351,5-1 1,3 0 0,-3 0 350,-2-1 0,0 1 0,8 0 0,0 1 0,-7-2 0,-2 1 0,2 0 0,1 2 0,3-1 0,0 0 0,-9-2 0,0 1 0,3 0 0,2 1 0,-3 0 0,-4-2 0,-1 1 853,5-1 1,0 1-854,-2 1 0,-1 0 0,8-3 0,2 2 0,0-1 0,-11 2 0,-1-1 0,5 0 0,1-1 0,-5 2 0,-1 0 0,13-2 0,-9 1 0,3 1 0,-1-1 0,1-1 0,9 1 0,1-1 399,-4 2 0,-1 0-399,-2-2 0,1 1-349,-5 1 1,0 0 0,0 0 348,0 0 0,2 0 0,3 0 0,4 0 0,-4 0 0,-8 0 0,1 0 0,11 0 0,4 0 0,-4 0 0,-11 0 0,1 0 0,4 0 0,6 0 0,0 0 0,-6 0 0,0 0 0,-1 0 0,7 0 0,5 0 0,-3 0 0,-11 0 0,-1 0 0,0 0 0,0 0 0,0 0 0,0 0 0,7 0 0,0 0 0,5 0 0,0 0 0,-11 0 0,1 0 0,8 0 0,3 0 0,-4 0 0,-7 0 0,0 0 0,-2 0 0,3 0 0,-3 0 0,-1 0 0,-1 0 0,0 0 0,1 0 0,0 1 0,2 1 0,7-2 0,0 1 0,-12 1 0,0-1 0,12-1 0,1 0 309,-3 1 1,0 1-310,-6-2 0,0 0 0,1 1 0,9 0 0,1 0 0,-2 0 0,-1-2 0,-6 1 0,-2 0 0,-2 0 0,0 0 0,7 0 0,-1 0-15,-9 0 1,-1 0 14,0 0 0,1 0 192,0 0 1,-2 0-193,-1 0 1389,9 0-1389,-19 0 580,21-1-580,-16 0 33,14 0-33,-9 1 0,2 0 0,0 0 0,3 0 0,-1 0 0,1 0 0,11 0 0,1 0 0,-14 0 0,1 0 0,15 0 0,-12 0 0,7 0 0,-14 0 0,1-2 0,3 1 0,-3 0 0,5 1 0,-2 0 0,-3 0 0,-1 0 0,-5 0 0,-1 0 0,-3 0 0,-4 0 0,-2 0 0</inkml:trace>
  <inkml:trace contextRef="#ctx0" brushRef="#br0" timeOffset="7461">2073 7111 24575,'10'14'0,"7"10"0,-7-10 0,4 10 0,3 3 0,-5-11 0,0 1-494,4 8 1,2 2 493,-2-6 0,1 1 0,-1-3-732,0 1 0,0 1 732,4 4 0,2 3 0,-3-4 0,-2-3 0,-2-2-445,5 7 0,0 1 445,-1-3 0,-3 0 0,-5-7 0,0 1 0,3 2 0,2 2 0,-2-2 0,-3-2 0,0 0 0,4 4 0,1 2 0,0 3 0,1 2 0,-1-3 0,3 2 0,-2-1 0,-3-5 0,-2-1 0,2 2 0,4 4 0,3 3 0,-2-1 0,-2-5 323,-4-3 0,-1-2-323,9 10 0,2 4 0,-3-6 0,-1 2 0,0-6 0,3 5 0,-3-4 0,1 5 841,2-3 1,-1-2-842,-8-3 1012,-1-9-1012,-10-7 0,-5-4 0,-5-5 0,-9-5 0,-1 0 0,-10-6 0,4 4 0,2-2 0,8 6 0,4 1 0,5 4 0,0-2 0,-13-9 0,-2 0 0,-1 0 0,0-2 0,0 1 0,5 5 0,6 4 0,0-2 0,5 4 0,0 0 0,2 0 0,4 3 0,1 1 0,6 2 0,6 9 0,5 1 0,-5 0 0,14 8 0,-5-4 0,3 0 0,-4-2 0,-12-10 0,-5-2 0,2 3 0,-2-3 0,1 3 0,1-2 0,0 1 0,0 1 0,0-2 0,-1 0 0,1 0 0,-3-1 0,5 2 0,-1 0 0,0 0 0,-3-3 0,-3 0 0,2-1 0,-1 1 0,4-1 0,-3 0 0,2-1 0,-3 0 0,2 0 0,-3-3 0,-2-8 0,-1-4 0,-5-11 0,3 4 0,-6-13 0,4 15 0,0-1 0,0 1 0,2 3 0,-4-8 0,7 16 0,-3 3 0,3 2 0,-3-1 0,3-1 0,-2 1 0,2 1 0,0-10 0,0 7 0,0-12 0,0 10 0,0 0 0,0-12 0,-1 9 0,0-10 0,0 14 0,1 0 0,0 6 0,0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8072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69014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210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4444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292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759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4908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1613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0211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4790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9037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0877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4801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5904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645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8952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431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1657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9645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1107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923191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4239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19134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32350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1632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69616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0025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80451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27910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53603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96409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08099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2112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14628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412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38166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45624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24247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4096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1812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customXml" Target="../ink/ink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customXml" Target="../ink/ink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customXml" Target="../ink/ink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customXml" Target="../ink/ink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customXml" Target="../ink/ink5.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customXml" Target="../ink/ink6.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customXml" Target="../ink/ink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customXml" Target="../ink/ink8.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customXml" Target="../ink/ink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customXml" Target="../ink/ink10.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customXml" Target="../ink/ink1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customXml" Target="../ink/ink1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customXml" Target="../ink/ink13.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customXml" Target="../ink/ink14.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customXml" Target="../ink/ink15.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customXml" Target="../ink/ink16.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467752"/>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ES" dirty="0">
                <a:solidFill>
                  <a:srgbClr val="E122BB"/>
                </a:solidFill>
                <a:latin typeface="Montserrat ExtraBold"/>
                <a:ea typeface="Montserrat ExtraBold"/>
                <a:cs typeface="Montserrat ExtraBold"/>
                <a:sym typeface="Montserrat ExtraBold"/>
              </a:rPr>
              <a:t>Programación Orientada a Objetos (POO)</a:t>
            </a:r>
            <a:endParaRPr dirty="0">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a:solidFill>
                  <a:srgbClr val="E122BB"/>
                </a:solidFill>
                <a:latin typeface="Montserrat ExtraBold"/>
                <a:ea typeface="Montserrat ExtraBold"/>
                <a:cs typeface="Montserrat ExtraBold"/>
                <a:sym typeface="Montserrat ExtraBold"/>
              </a:rPr>
              <a:t>Programación I</a:t>
            </a:r>
            <a:endParaRPr sz="1700">
              <a:solidFill>
                <a:srgbClr val="E122BB"/>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198783"/>
            <a:ext cx="8520600" cy="16459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7000" dirty="0">
                <a:solidFill>
                  <a:srgbClr val="E122BB"/>
                </a:solidFill>
                <a:latin typeface="Montserrat ExtraBold"/>
                <a:ea typeface="Montserrat ExtraBold"/>
                <a:cs typeface="Montserrat ExtraBold"/>
                <a:sym typeface="Montserrat ExtraBold"/>
              </a:rPr>
              <a:t>POO</a:t>
            </a:r>
            <a:endParaRPr sz="7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783625" y="1979876"/>
            <a:ext cx="7769400" cy="19798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Es un paradigma de programación que utiliza "objetos" para diseñar aplicaciones y programas. Un objeto es una instancia de una clase, que es una plantilla o blueprint que define las propiedades y comportamientos (métodos) comunes.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Programación Estructurada VS POO</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996357"/>
            <a:ext cx="3938131" cy="3897112"/>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b="1" dirty="0">
                <a:solidFill>
                  <a:schemeClr val="tx1"/>
                </a:solidFill>
                <a:latin typeface="Montserrat Medium"/>
                <a:ea typeface="Montserrat Medium"/>
                <a:cs typeface="Montserrat Medium"/>
                <a:sym typeface="Montserrat Medium"/>
              </a:rPr>
              <a:t>Programación Estructurada:</a:t>
            </a:r>
          </a:p>
          <a:p>
            <a:pPr marL="0" lvl="0" indent="0" algn="l" rtl="0">
              <a:lnSpc>
                <a:spcPct val="115000"/>
              </a:lnSpc>
              <a:spcBef>
                <a:spcPts val="0"/>
              </a:spcBef>
              <a:spcAft>
                <a:spcPts val="0"/>
              </a:spcAft>
              <a:buClr>
                <a:schemeClr val="dk1"/>
              </a:buClr>
              <a:buSzPts val="1100"/>
              <a:buFont typeface="Arial"/>
              <a:buNone/>
            </a:pPr>
            <a:endParaRPr lang="es-419" sz="1800" b="1" dirty="0">
              <a:solidFill>
                <a:schemeClr val="tx1"/>
              </a:solidFill>
              <a:latin typeface="Montserrat Medium"/>
              <a:ea typeface="Montserrat Medium"/>
              <a:cs typeface="Montserrat Medium"/>
              <a:sym typeface="Montserrat Medium"/>
            </a:endParaRP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Se basa en una secuencia de procedimientos o funciones.</a:t>
            </a: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El enfoque está en las funciones y la lógica.</a:t>
            </a: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Los datos y las funciones están separados.</a:t>
            </a: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Ejemplo: C</a:t>
            </a:r>
          </a:p>
        </p:txBody>
      </p:sp>
      <p:sp>
        <p:nvSpPr>
          <p:cNvPr id="3" name="Google Shape;61;p14">
            <a:extLst>
              <a:ext uri="{FF2B5EF4-FFF2-40B4-BE49-F238E27FC236}">
                <a16:creationId xmlns:a16="http://schemas.microsoft.com/office/drawing/2014/main" id="{45660242-F9A4-903D-8389-26FC1FCBBF99}"/>
              </a:ext>
            </a:extLst>
          </p:cNvPr>
          <p:cNvSpPr txBox="1"/>
          <p:nvPr/>
        </p:nvSpPr>
        <p:spPr>
          <a:xfrm>
            <a:off x="4572000" y="996356"/>
            <a:ext cx="4494723" cy="384333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b="1" dirty="0">
                <a:solidFill>
                  <a:schemeClr val="tx1"/>
                </a:solidFill>
                <a:latin typeface="Montserrat Medium"/>
                <a:ea typeface="Montserrat Medium"/>
                <a:cs typeface="Montserrat Medium"/>
                <a:sym typeface="Montserrat Medium"/>
              </a:rPr>
              <a:t>Programación Orientada a Objetos:</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tx1"/>
              </a:solidFill>
              <a:latin typeface="Montserrat Medium"/>
              <a:ea typeface="Montserrat Medium"/>
              <a:cs typeface="Montserrat Medium"/>
              <a:sym typeface="Montserrat Medium"/>
            </a:endParaRP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Se basa en objetos que contienen datos y métodos.</a:t>
            </a: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El enfoque está en los objetos y la interacción entre ellos.</a:t>
            </a: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Los datos y los métodos que operan sobre esos datos están encapsulados juntos.</a:t>
            </a:r>
          </a:p>
          <a:p>
            <a:pPr marL="285750" lvl="0" indent="-285750" algn="l" rtl="0">
              <a:lnSpc>
                <a:spcPct val="115000"/>
              </a:lnSpc>
              <a:spcBef>
                <a:spcPts val="0"/>
              </a:spcBef>
              <a:spcAft>
                <a:spcPts val="0"/>
              </a:spcAft>
              <a:buClr>
                <a:schemeClr val="dk1"/>
              </a:buClr>
              <a:buSzPts val="1100"/>
              <a:buFont typeface="Arial" panose="020B0604020202020204" pitchFamily="34" charset="0"/>
              <a:buChar char="•"/>
            </a:pPr>
            <a:r>
              <a:rPr lang="es-419" sz="1800" dirty="0">
                <a:solidFill>
                  <a:schemeClr val="tx1"/>
                </a:solidFill>
                <a:latin typeface="Montserrat Medium"/>
                <a:ea typeface="Montserrat Medium"/>
                <a:cs typeface="Montserrat Medium"/>
                <a:sym typeface="Montserrat Medium"/>
              </a:rPr>
              <a:t>Ejemplo: Java</a:t>
            </a:r>
          </a:p>
        </p:txBody>
      </p:sp>
    </p:spTree>
    <p:extLst>
      <p:ext uri="{BB962C8B-B14F-4D97-AF65-F5344CB8AC3E}">
        <p14:creationId xmlns:p14="http://schemas.microsoft.com/office/powerpoint/2010/main" val="394999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Beneficios de la Aplicación de la POO</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2441050" y="996357"/>
            <a:ext cx="6387075" cy="3897112"/>
          </a:xfrm>
          <a:prstGeom prst="rect">
            <a:avLst/>
          </a:prstGeom>
          <a:noFill/>
          <a:ln>
            <a:noFill/>
          </a:ln>
        </p:spPr>
        <p:txBody>
          <a:bodyPr spcFirstLastPara="1" wrap="square" lIns="91425" tIns="91425" rIns="91425" bIns="91425" anchor="t" anchorCtr="0">
            <a:noAutofit/>
          </a:bodyPr>
          <a:lstStyle/>
          <a:p>
            <a:pPr lvl="0" algn="l" rtl="0">
              <a:lnSpc>
                <a:spcPct val="115000"/>
              </a:lnSpc>
              <a:spcBef>
                <a:spcPts val="0"/>
              </a:spcBef>
              <a:spcAft>
                <a:spcPts val="0"/>
              </a:spcAft>
              <a:buClr>
                <a:schemeClr val="dk1"/>
              </a:buClr>
              <a:buSzPts val="1100"/>
            </a:pPr>
            <a:r>
              <a:rPr lang="es-419" sz="3000" b="1" dirty="0">
                <a:solidFill>
                  <a:srgbClr val="7030A0"/>
                </a:solidFill>
                <a:latin typeface="Montserrat Medium"/>
                <a:ea typeface="Montserrat Medium"/>
                <a:cs typeface="Montserrat Medium"/>
                <a:sym typeface="Montserrat Medium"/>
              </a:rPr>
              <a:t>Reusabilidad</a:t>
            </a:r>
            <a:r>
              <a:rPr lang="es-419" sz="3000" b="1" dirty="0">
                <a:solidFill>
                  <a:schemeClr val="tx1"/>
                </a:solidFill>
                <a:latin typeface="Montserrat Medium"/>
                <a:ea typeface="Montserrat Medium"/>
                <a:cs typeface="Montserrat Medium"/>
                <a:sym typeface="Montserrat Medium"/>
              </a:rPr>
              <a:t>: </a:t>
            </a:r>
            <a:r>
              <a:rPr lang="es-419" sz="1800" b="1" dirty="0">
                <a:solidFill>
                  <a:schemeClr val="tx1"/>
                </a:solidFill>
                <a:latin typeface="Montserrat Medium"/>
                <a:ea typeface="Montserrat Medium"/>
                <a:cs typeface="Montserrat Medium"/>
                <a:sym typeface="Montserrat Medium"/>
              </a:rPr>
              <a:t>Se </a:t>
            </a:r>
            <a:r>
              <a:rPr lang="es-419" sz="1800" dirty="0">
                <a:solidFill>
                  <a:schemeClr val="tx1"/>
                </a:solidFill>
                <a:latin typeface="Montserrat Medium"/>
                <a:ea typeface="Montserrat Medium"/>
                <a:cs typeface="Montserrat Medium"/>
                <a:sym typeface="Montserrat Medium"/>
              </a:rPr>
              <a:t>pueden reutilizar clases y objetos en diferentes programas.</a:t>
            </a:r>
          </a:p>
          <a:p>
            <a:pPr lvl="0" algn="l" rtl="0">
              <a:lnSpc>
                <a:spcPct val="115000"/>
              </a:lnSpc>
              <a:spcBef>
                <a:spcPts val="0"/>
              </a:spcBef>
              <a:spcAft>
                <a:spcPts val="0"/>
              </a:spcAft>
              <a:buClr>
                <a:schemeClr val="dk1"/>
              </a:buClr>
              <a:buSzPts val="1100"/>
            </a:pPr>
            <a:r>
              <a:rPr lang="es-419" sz="3000" b="1" dirty="0">
                <a:solidFill>
                  <a:srgbClr val="7030A0"/>
                </a:solidFill>
                <a:latin typeface="Montserrat Medium"/>
                <a:ea typeface="Montserrat Medium"/>
                <a:cs typeface="Montserrat Medium"/>
                <a:sym typeface="Montserrat Medium"/>
              </a:rPr>
              <a:t>Mantenibilidad</a:t>
            </a:r>
            <a:r>
              <a:rPr lang="es-419" sz="3000" b="1" dirty="0">
                <a:solidFill>
                  <a:schemeClr val="tx1"/>
                </a:solidFill>
                <a:latin typeface="Montserrat Medium"/>
                <a:ea typeface="Montserrat Medium"/>
                <a:cs typeface="Montserrat Medium"/>
                <a:sym typeface="Montserrat Medium"/>
              </a:rPr>
              <a:t>: </a:t>
            </a:r>
            <a:r>
              <a:rPr lang="es-419" sz="1800" dirty="0">
                <a:solidFill>
                  <a:schemeClr val="tx1"/>
                </a:solidFill>
                <a:latin typeface="Montserrat Medium"/>
                <a:ea typeface="Montserrat Medium"/>
                <a:cs typeface="Montserrat Medium"/>
                <a:sym typeface="Montserrat Medium"/>
              </a:rPr>
              <a:t>El código es más fácil de mantener y actualizar.</a:t>
            </a:r>
          </a:p>
          <a:p>
            <a:pPr lvl="0" algn="l" rtl="0">
              <a:lnSpc>
                <a:spcPct val="115000"/>
              </a:lnSpc>
              <a:spcBef>
                <a:spcPts val="0"/>
              </a:spcBef>
              <a:spcAft>
                <a:spcPts val="0"/>
              </a:spcAft>
              <a:buClr>
                <a:schemeClr val="dk1"/>
              </a:buClr>
              <a:buSzPts val="1100"/>
            </a:pPr>
            <a:r>
              <a:rPr lang="es-419" sz="3000" b="1" dirty="0">
                <a:solidFill>
                  <a:srgbClr val="7030A0"/>
                </a:solidFill>
                <a:latin typeface="Montserrat Medium"/>
                <a:ea typeface="Montserrat Medium"/>
                <a:cs typeface="Montserrat Medium"/>
                <a:sym typeface="Montserrat Medium"/>
              </a:rPr>
              <a:t>Modularidad</a:t>
            </a:r>
            <a:r>
              <a:rPr lang="es-419" sz="3000" b="1" dirty="0">
                <a:solidFill>
                  <a:schemeClr val="tx1"/>
                </a:solidFill>
                <a:latin typeface="Montserrat Medium"/>
                <a:ea typeface="Montserrat Medium"/>
                <a:cs typeface="Montserrat Medium"/>
                <a:sym typeface="Montserrat Medium"/>
              </a:rPr>
              <a:t>: </a:t>
            </a:r>
            <a:r>
              <a:rPr lang="es-419" sz="1800" dirty="0">
                <a:solidFill>
                  <a:schemeClr val="tx1"/>
                </a:solidFill>
                <a:latin typeface="Montserrat Medium"/>
                <a:ea typeface="Montserrat Medium"/>
                <a:cs typeface="Montserrat Medium"/>
                <a:sym typeface="Montserrat Medium"/>
              </a:rPr>
              <a:t>El código está organizado en módulos (clases) independientes.</a:t>
            </a:r>
          </a:p>
          <a:p>
            <a:pPr lvl="0" algn="l" rtl="0">
              <a:lnSpc>
                <a:spcPct val="115000"/>
              </a:lnSpc>
              <a:spcBef>
                <a:spcPts val="0"/>
              </a:spcBef>
              <a:spcAft>
                <a:spcPts val="0"/>
              </a:spcAft>
              <a:buClr>
                <a:schemeClr val="dk1"/>
              </a:buClr>
              <a:buSzPts val="1100"/>
            </a:pPr>
            <a:r>
              <a:rPr lang="es-419" sz="3000" b="1" dirty="0">
                <a:solidFill>
                  <a:srgbClr val="7030A0"/>
                </a:solidFill>
                <a:latin typeface="Montserrat Medium"/>
                <a:ea typeface="Montserrat Medium"/>
                <a:cs typeface="Montserrat Medium"/>
                <a:sym typeface="Montserrat Medium"/>
              </a:rPr>
              <a:t>Escalabilidad</a:t>
            </a:r>
            <a:r>
              <a:rPr lang="es-419" sz="3000" b="1" dirty="0">
                <a:solidFill>
                  <a:schemeClr val="tx1"/>
                </a:solidFill>
                <a:latin typeface="Montserrat Medium"/>
                <a:ea typeface="Montserrat Medium"/>
                <a:cs typeface="Montserrat Medium"/>
                <a:sym typeface="Montserrat Medium"/>
              </a:rPr>
              <a:t>: </a:t>
            </a:r>
            <a:r>
              <a:rPr lang="es-419" sz="1800" dirty="0">
                <a:solidFill>
                  <a:schemeClr val="tx1"/>
                </a:solidFill>
                <a:latin typeface="Montserrat Medium"/>
                <a:ea typeface="Montserrat Medium"/>
                <a:cs typeface="Montserrat Medium"/>
                <a:sym typeface="Montserrat Medium"/>
              </a:rPr>
              <a:t>Facilita la ampliación y modificación de aplicaciones grandes.</a:t>
            </a:r>
          </a:p>
        </p:txBody>
      </p:sp>
      <p:pic>
        <p:nvPicPr>
          <p:cNvPr id="1028" name="Picture 4" descr="Recycle Logo PNGs for Free Download">
            <a:extLst>
              <a:ext uri="{FF2B5EF4-FFF2-40B4-BE49-F238E27FC236}">
                <a16:creationId xmlns:a16="http://schemas.microsoft.com/office/drawing/2014/main" id="{344E1B09-01BE-471F-A10A-D124D9C9B17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781" t="20752" r="19750" b="21259"/>
          <a:stretch/>
        </p:blipFill>
        <p:spPr bwMode="auto">
          <a:xfrm>
            <a:off x="315875" y="1090863"/>
            <a:ext cx="1930020" cy="1820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329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467752"/>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ES" dirty="0">
                <a:solidFill>
                  <a:srgbClr val="E122BB"/>
                </a:solidFill>
                <a:latin typeface="Montserrat ExtraBold"/>
                <a:ea typeface="Montserrat ExtraBold"/>
                <a:cs typeface="Montserrat ExtraBold"/>
                <a:sym typeface="Montserrat ExtraBold"/>
              </a:rPr>
              <a:t>Principios de la Programación Orientada a Objetos</a:t>
            </a:r>
            <a:endParaRPr dirty="0">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dirty="0">
                <a:solidFill>
                  <a:srgbClr val="E122BB"/>
                </a:solidFill>
                <a:latin typeface="Montserrat ExtraBold"/>
                <a:ea typeface="Montserrat ExtraBold"/>
                <a:cs typeface="Montserrat ExtraBold"/>
                <a:sym typeface="Montserrat ExtraBold"/>
              </a:rPr>
              <a:t>Programación I</a:t>
            </a:r>
            <a:endParaRPr sz="1700" dirty="0">
              <a:solidFill>
                <a:srgbClr val="E122BB"/>
              </a:solidFill>
              <a:latin typeface="Montserrat ExtraBold"/>
              <a:ea typeface="Montserrat ExtraBold"/>
              <a:cs typeface="Montserrat ExtraBold"/>
              <a:sym typeface="Montserrat ExtraBold"/>
            </a:endParaRPr>
          </a:p>
        </p:txBody>
      </p:sp>
    </p:spTree>
    <p:extLst>
      <p:ext uri="{BB962C8B-B14F-4D97-AF65-F5344CB8AC3E}">
        <p14:creationId xmlns:p14="http://schemas.microsoft.com/office/powerpoint/2010/main" val="83650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Abstracción</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7" y="996356"/>
            <a:ext cx="8243134" cy="238852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4000" dirty="0">
                <a:solidFill>
                  <a:schemeClr val="tx1"/>
                </a:solidFill>
                <a:latin typeface="Montserrat Medium"/>
                <a:ea typeface="Montserrat Medium"/>
                <a:cs typeface="Montserrat Medium"/>
                <a:sym typeface="Montserrat Medium"/>
              </a:rPr>
              <a:t>Ocultar los detalles complejos mostrando solo la información esencial.</a:t>
            </a:r>
          </a:p>
        </p:txBody>
      </p:sp>
      <p:pic>
        <p:nvPicPr>
          <p:cNvPr id="2050" name="Picture 2" descr="Paradigma de la programación orientada a objetos">
            <a:extLst>
              <a:ext uri="{FF2B5EF4-FFF2-40B4-BE49-F238E27FC236}">
                <a16:creationId xmlns:a16="http://schemas.microsoft.com/office/drawing/2014/main" id="{C9037E4A-9AB3-B40C-7F0B-F90EDBCB32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18" t="6481" r="1882" b="5250"/>
          <a:stretch/>
        </p:blipFill>
        <p:spPr bwMode="auto">
          <a:xfrm>
            <a:off x="4118777" y="2855496"/>
            <a:ext cx="4568887" cy="1804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622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Encapsulamiento</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996357"/>
            <a:ext cx="4449177" cy="375210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tx1"/>
                </a:solidFill>
                <a:latin typeface="Montserrat Medium"/>
                <a:ea typeface="Montserrat Medium"/>
                <a:cs typeface="Montserrat Medium"/>
                <a:sym typeface="Montserrat Medium"/>
              </a:rPr>
              <a:t>El encapsulamiento en Java es el concepto de ocultar los detalles internos de una clase y proporcionar una interfaz pública para interactuar con la clase. Esto se logra mediante el uso de modificadores de acceso como private, public y protected, así como mediante el uso de métodos de acceso (getters) y métodos de modificación (setters) para acceder a los datos de la clase.</a:t>
            </a:r>
          </a:p>
        </p:txBody>
      </p:sp>
      <p:pic>
        <p:nvPicPr>
          <p:cNvPr id="4098" name="Picture 2" descr="El encapsulamiento – Blog de Tito Hinostroza">
            <a:extLst>
              <a:ext uri="{FF2B5EF4-FFF2-40B4-BE49-F238E27FC236}">
                <a16:creationId xmlns:a16="http://schemas.microsoft.com/office/drawing/2014/main" id="{455C6B79-A2D9-CC36-841B-852344B9E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0654" y="986612"/>
            <a:ext cx="4007472" cy="3873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298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Encapsulamiento</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044A46F6-2A6A-85C7-0975-23DD115CA582}"/>
              </a:ext>
            </a:extLst>
          </p:cNvPr>
          <p:cNvPicPr>
            <a:picLocks noChangeAspect="1"/>
          </p:cNvPicPr>
          <p:nvPr/>
        </p:nvPicPr>
        <p:blipFill>
          <a:blip r:embed="rId4"/>
          <a:stretch>
            <a:fillRect/>
          </a:stretch>
        </p:blipFill>
        <p:spPr>
          <a:xfrm>
            <a:off x="603584" y="1376416"/>
            <a:ext cx="3631532" cy="3333050"/>
          </a:xfrm>
          <a:prstGeom prst="rect">
            <a:avLst/>
          </a:prstGeom>
        </p:spPr>
      </p:pic>
    </p:spTree>
    <p:extLst>
      <p:ext uri="{BB962C8B-B14F-4D97-AF65-F5344CB8AC3E}">
        <p14:creationId xmlns:p14="http://schemas.microsoft.com/office/powerpoint/2010/main" val="3799915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Herencia</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996357"/>
            <a:ext cx="4200523" cy="384835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tx1"/>
                </a:solidFill>
                <a:latin typeface="Montserrat Medium"/>
                <a:ea typeface="Montserrat Medium"/>
                <a:cs typeface="Montserrat Medium"/>
                <a:sym typeface="Montserrat Medium"/>
              </a:rPr>
              <a:t>Permite crear nuevas clases basadas en clases existentes. La clase nueva, llamada subclase o clase derivada, hereda los atributos y métodos de la clase existente, llamada superclase o clase base. Esto facilita la reutilización del código y establece una relación "es-un" entre las clases.</a:t>
            </a:r>
          </a:p>
        </p:txBody>
      </p:sp>
      <p:pic>
        <p:nvPicPr>
          <p:cNvPr id="3" name="Picture 2">
            <a:extLst>
              <a:ext uri="{FF2B5EF4-FFF2-40B4-BE49-F238E27FC236}">
                <a16:creationId xmlns:a16="http://schemas.microsoft.com/office/drawing/2014/main" id="{EC5002B8-8D79-0815-95DC-8160E87CA0F1}"/>
              </a:ext>
            </a:extLst>
          </p:cNvPr>
          <p:cNvPicPr>
            <a:picLocks noChangeAspect="1"/>
          </p:cNvPicPr>
          <p:nvPr/>
        </p:nvPicPr>
        <p:blipFill>
          <a:blip r:embed="rId4"/>
          <a:stretch>
            <a:fillRect/>
          </a:stretch>
        </p:blipFill>
        <p:spPr>
          <a:xfrm>
            <a:off x="4772526" y="1127097"/>
            <a:ext cx="3999997" cy="1991802"/>
          </a:xfrm>
          <a:prstGeom prst="rect">
            <a:avLst/>
          </a:prstGeom>
        </p:spPr>
      </p:pic>
    </p:spTree>
    <p:extLst>
      <p:ext uri="{BB962C8B-B14F-4D97-AF65-F5344CB8AC3E}">
        <p14:creationId xmlns:p14="http://schemas.microsoft.com/office/powerpoint/2010/main" val="605085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Herencia</a:t>
            </a:r>
            <a:endParaRPr sz="2920" b="1" dirty="0">
              <a:solidFill>
                <a:srgbClr val="E122BB"/>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D29BED4D-83E3-8A9C-0601-54153D55E0F1}"/>
              </a:ext>
            </a:extLst>
          </p:cNvPr>
          <p:cNvPicPr>
            <a:picLocks noChangeAspect="1"/>
          </p:cNvPicPr>
          <p:nvPr/>
        </p:nvPicPr>
        <p:blipFill>
          <a:blip r:embed="rId4"/>
          <a:stretch>
            <a:fillRect/>
          </a:stretch>
        </p:blipFill>
        <p:spPr>
          <a:xfrm>
            <a:off x="609142" y="1320730"/>
            <a:ext cx="3650037" cy="3461821"/>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7A41CD7-9FD2-AD65-61AE-90DFFDE03969}"/>
                  </a:ext>
                </a:extLst>
              </p14:cNvPr>
              <p14:cNvContentPartPr/>
              <p14:nvPr/>
            </p14:nvContentPartPr>
            <p14:xfrm>
              <a:off x="747720" y="1454040"/>
              <a:ext cx="2257920" cy="1497240"/>
            </p14:xfrm>
          </p:contentPart>
        </mc:Choice>
        <mc:Fallback xmlns="">
          <p:pic>
            <p:nvPicPr>
              <p:cNvPr id="3" name="Ink 2">
                <a:extLst>
                  <a:ext uri="{FF2B5EF4-FFF2-40B4-BE49-F238E27FC236}">
                    <a16:creationId xmlns:a16="http://schemas.microsoft.com/office/drawing/2014/main" id="{07A41CD7-9FD2-AD65-61AE-90DFFDE03969}"/>
                  </a:ext>
                </a:extLst>
              </p:cNvPr>
              <p:cNvPicPr/>
              <p:nvPr/>
            </p:nvPicPr>
            <p:blipFill>
              <a:blip r:embed="rId6"/>
              <a:stretch>
                <a:fillRect/>
              </a:stretch>
            </p:blipFill>
            <p:spPr>
              <a:xfrm>
                <a:off x="738360" y="1444680"/>
                <a:ext cx="2276640" cy="1515960"/>
              </a:xfrm>
              <a:prstGeom prst="rect">
                <a:avLst/>
              </a:prstGeom>
            </p:spPr>
          </p:pic>
        </mc:Fallback>
      </mc:AlternateContent>
    </p:spTree>
    <p:extLst>
      <p:ext uri="{BB962C8B-B14F-4D97-AF65-F5344CB8AC3E}">
        <p14:creationId xmlns:p14="http://schemas.microsoft.com/office/powerpoint/2010/main" val="1422204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Herencia</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E9CB18B0-BB3F-59CB-01D1-20C3694263A4}"/>
              </a:ext>
            </a:extLst>
          </p:cNvPr>
          <p:cNvPicPr>
            <a:picLocks noChangeAspect="1"/>
          </p:cNvPicPr>
          <p:nvPr/>
        </p:nvPicPr>
        <p:blipFill>
          <a:blip r:embed="rId4"/>
          <a:stretch>
            <a:fillRect/>
          </a:stretch>
        </p:blipFill>
        <p:spPr>
          <a:xfrm>
            <a:off x="534069" y="1382295"/>
            <a:ext cx="6288970" cy="2892926"/>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517BDFAF-1B56-B81B-E2E0-EB7FA2042DC6}"/>
                  </a:ext>
                </a:extLst>
              </p14:cNvPr>
              <p14:cNvContentPartPr/>
              <p14:nvPr/>
            </p14:nvContentPartPr>
            <p14:xfrm>
              <a:off x="909720" y="528480"/>
              <a:ext cx="5733000" cy="3124080"/>
            </p14:xfrm>
          </p:contentPart>
        </mc:Choice>
        <mc:Fallback xmlns="">
          <p:pic>
            <p:nvPicPr>
              <p:cNvPr id="2" name="Ink 1">
                <a:extLst>
                  <a:ext uri="{FF2B5EF4-FFF2-40B4-BE49-F238E27FC236}">
                    <a16:creationId xmlns:a16="http://schemas.microsoft.com/office/drawing/2014/main" id="{517BDFAF-1B56-B81B-E2E0-EB7FA2042DC6}"/>
                  </a:ext>
                </a:extLst>
              </p:cNvPr>
              <p:cNvPicPr/>
              <p:nvPr/>
            </p:nvPicPr>
            <p:blipFill>
              <a:blip r:embed="rId6"/>
              <a:stretch>
                <a:fillRect/>
              </a:stretch>
            </p:blipFill>
            <p:spPr>
              <a:xfrm>
                <a:off x="900360" y="519120"/>
                <a:ext cx="5751720" cy="3142800"/>
              </a:xfrm>
              <a:prstGeom prst="rect">
                <a:avLst/>
              </a:prstGeom>
            </p:spPr>
          </p:pic>
        </mc:Fallback>
      </mc:AlternateContent>
    </p:spTree>
    <p:extLst>
      <p:ext uri="{BB962C8B-B14F-4D97-AF65-F5344CB8AC3E}">
        <p14:creationId xmlns:p14="http://schemas.microsoft.com/office/powerpoint/2010/main" val="3404477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Herencia</a:t>
            </a:r>
            <a:endParaRPr sz="2920" b="1" dirty="0">
              <a:solidFill>
                <a:srgbClr val="E122BB"/>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5077A408-E74B-3449-494A-7E8F1D057B7E}"/>
              </a:ext>
            </a:extLst>
          </p:cNvPr>
          <p:cNvPicPr>
            <a:picLocks noChangeAspect="1"/>
          </p:cNvPicPr>
          <p:nvPr/>
        </p:nvPicPr>
        <p:blipFill>
          <a:blip r:embed="rId4"/>
          <a:stretch>
            <a:fillRect/>
          </a:stretch>
        </p:blipFill>
        <p:spPr>
          <a:xfrm>
            <a:off x="606258" y="1414378"/>
            <a:ext cx="6585402" cy="3029285"/>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3BBC94CF-6A05-AB1D-950E-AE6BB096371A}"/>
                  </a:ext>
                </a:extLst>
              </p14:cNvPr>
              <p14:cNvContentPartPr/>
              <p14:nvPr/>
            </p14:nvContentPartPr>
            <p14:xfrm>
              <a:off x="1077480" y="2317320"/>
              <a:ext cx="5654880" cy="1446480"/>
            </p14:xfrm>
          </p:contentPart>
        </mc:Choice>
        <mc:Fallback xmlns="">
          <p:pic>
            <p:nvPicPr>
              <p:cNvPr id="3" name="Ink 2">
                <a:extLst>
                  <a:ext uri="{FF2B5EF4-FFF2-40B4-BE49-F238E27FC236}">
                    <a16:creationId xmlns:a16="http://schemas.microsoft.com/office/drawing/2014/main" id="{3BBC94CF-6A05-AB1D-950E-AE6BB096371A}"/>
                  </a:ext>
                </a:extLst>
              </p:cNvPr>
              <p:cNvPicPr/>
              <p:nvPr/>
            </p:nvPicPr>
            <p:blipFill>
              <a:blip r:embed="rId6"/>
              <a:stretch>
                <a:fillRect/>
              </a:stretch>
            </p:blipFill>
            <p:spPr>
              <a:xfrm>
                <a:off x="1068120" y="2307960"/>
                <a:ext cx="5673600" cy="1465200"/>
              </a:xfrm>
              <a:prstGeom prst="rect">
                <a:avLst/>
              </a:prstGeom>
            </p:spPr>
          </p:pic>
        </mc:Fallback>
      </mc:AlternateContent>
    </p:spTree>
    <p:extLst>
      <p:ext uri="{BB962C8B-B14F-4D97-AF65-F5344CB8AC3E}">
        <p14:creationId xmlns:p14="http://schemas.microsoft.com/office/powerpoint/2010/main" val="1213706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Herencia</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786D7AF0-1193-C78A-4144-FD8179F8FC73}"/>
              </a:ext>
            </a:extLst>
          </p:cNvPr>
          <p:cNvPicPr>
            <a:picLocks noChangeAspect="1"/>
          </p:cNvPicPr>
          <p:nvPr/>
        </p:nvPicPr>
        <p:blipFill>
          <a:blip r:embed="rId4"/>
          <a:stretch>
            <a:fillRect/>
          </a:stretch>
        </p:blipFill>
        <p:spPr>
          <a:xfrm>
            <a:off x="614279" y="1398337"/>
            <a:ext cx="6445904" cy="2965116"/>
          </a:xfrm>
          <a:prstGeom prst="rect">
            <a:avLst/>
          </a:prstGeom>
        </p:spPr>
      </p:pic>
    </p:spTree>
    <p:extLst>
      <p:ext uri="{BB962C8B-B14F-4D97-AF65-F5344CB8AC3E}">
        <p14:creationId xmlns:p14="http://schemas.microsoft.com/office/powerpoint/2010/main" val="3380641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Polimorfismo</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7" y="996357"/>
            <a:ext cx="4200523" cy="385638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tx1"/>
                </a:solidFill>
                <a:latin typeface="Montserrat Medium"/>
                <a:ea typeface="Montserrat Medium"/>
                <a:cs typeface="Montserrat Medium"/>
                <a:sym typeface="Montserrat Medium"/>
              </a:rPr>
              <a:t>Capacidad de objetos de diferentes clases de responder al mismo mensaje o llamada a un método de manera distinta, según la implementación específica de cada clase. En otras palabras, el polimorfismo permite que un objeto pueda comportarse de múltiples formas.</a:t>
            </a:r>
          </a:p>
        </p:txBody>
      </p:sp>
      <p:pic>
        <p:nvPicPr>
          <p:cNvPr id="4" name="Picture 3">
            <a:extLst>
              <a:ext uri="{FF2B5EF4-FFF2-40B4-BE49-F238E27FC236}">
                <a16:creationId xmlns:a16="http://schemas.microsoft.com/office/drawing/2014/main" id="{6677CBAB-E07F-A705-0CB7-284CB691446D}"/>
              </a:ext>
            </a:extLst>
          </p:cNvPr>
          <p:cNvPicPr>
            <a:picLocks noChangeAspect="1"/>
          </p:cNvPicPr>
          <p:nvPr/>
        </p:nvPicPr>
        <p:blipFill>
          <a:blip r:embed="rId4"/>
          <a:stretch>
            <a:fillRect/>
          </a:stretch>
        </p:blipFill>
        <p:spPr>
          <a:xfrm>
            <a:off x="4702194" y="1073150"/>
            <a:ext cx="3981597" cy="2215482"/>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828E250B-B0FF-5FE6-8000-DE423973AFC2}"/>
                  </a:ext>
                </a:extLst>
              </p14:cNvPr>
              <p14:cNvContentPartPr/>
              <p14:nvPr/>
            </p14:nvContentPartPr>
            <p14:xfrm>
              <a:off x="462600" y="3301200"/>
              <a:ext cx="4275360" cy="630720"/>
            </p14:xfrm>
          </p:contentPart>
        </mc:Choice>
        <mc:Fallback xmlns="">
          <p:pic>
            <p:nvPicPr>
              <p:cNvPr id="3" name="Ink 2">
                <a:extLst>
                  <a:ext uri="{FF2B5EF4-FFF2-40B4-BE49-F238E27FC236}">
                    <a16:creationId xmlns:a16="http://schemas.microsoft.com/office/drawing/2014/main" id="{828E250B-B0FF-5FE6-8000-DE423973AFC2}"/>
                  </a:ext>
                </a:extLst>
              </p:cNvPr>
              <p:cNvPicPr/>
              <p:nvPr/>
            </p:nvPicPr>
            <p:blipFill>
              <a:blip r:embed="rId6"/>
              <a:stretch>
                <a:fillRect/>
              </a:stretch>
            </p:blipFill>
            <p:spPr>
              <a:xfrm>
                <a:off x="453240" y="3291840"/>
                <a:ext cx="4294080" cy="649440"/>
              </a:xfrm>
              <a:prstGeom prst="rect">
                <a:avLst/>
              </a:prstGeom>
            </p:spPr>
          </p:pic>
        </mc:Fallback>
      </mc:AlternateContent>
    </p:spTree>
    <p:extLst>
      <p:ext uri="{BB962C8B-B14F-4D97-AF65-F5344CB8AC3E}">
        <p14:creationId xmlns:p14="http://schemas.microsoft.com/office/powerpoint/2010/main" val="385828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Polimorfismo</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76A4A6D4-DC5C-6523-0480-179C2307CF2A}"/>
              </a:ext>
            </a:extLst>
          </p:cNvPr>
          <p:cNvPicPr>
            <a:picLocks noChangeAspect="1"/>
          </p:cNvPicPr>
          <p:nvPr/>
        </p:nvPicPr>
        <p:blipFill>
          <a:blip r:embed="rId4"/>
          <a:stretch>
            <a:fillRect/>
          </a:stretch>
        </p:blipFill>
        <p:spPr>
          <a:xfrm>
            <a:off x="597479" y="1340647"/>
            <a:ext cx="4183068" cy="3399641"/>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54DEDA0-7027-DB6B-2F99-69B30BB90435}"/>
                  </a:ext>
                </a:extLst>
              </p14:cNvPr>
              <p14:cNvContentPartPr/>
              <p14:nvPr/>
            </p14:nvContentPartPr>
            <p14:xfrm>
              <a:off x="2348640" y="1860480"/>
              <a:ext cx="2080080" cy="1243080"/>
            </p14:xfrm>
          </p:contentPart>
        </mc:Choice>
        <mc:Fallback xmlns="">
          <p:pic>
            <p:nvPicPr>
              <p:cNvPr id="2" name="Ink 1">
                <a:extLst>
                  <a:ext uri="{FF2B5EF4-FFF2-40B4-BE49-F238E27FC236}">
                    <a16:creationId xmlns:a16="http://schemas.microsoft.com/office/drawing/2014/main" id="{654DEDA0-7027-DB6B-2F99-69B30BB90435}"/>
                  </a:ext>
                </a:extLst>
              </p:cNvPr>
              <p:cNvPicPr/>
              <p:nvPr/>
            </p:nvPicPr>
            <p:blipFill>
              <a:blip r:embed="rId6"/>
              <a:stretch>
                <a:fillRect/>
              </a:stretch>
            </p:blipFill>
            <p:spPr>
              <a:xfrm>
                <a:off x="2339280" y="1851120"/>
                <a:ext cx="2098800" cy="1261800"/>
              </a:xfrm>
              <a:prstGeom prst="rect">
                <a:avLst/>
              </a:prstGeom>
            </p:spPr>
          </p:pic>
        </mc:Fallback>
      </mc:AlternateContent>
    </p:spTree>
    <p:extLst>
      <p:ext uri="{BB962C8B-B14F-4D97-AF65-F5344CB8AC3E}">
        <p14:creationId xmlns:p14="http://schemas.microsoft.com/office/powerpoint/2010/main" val="901646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35172" y="159026"/>
            <a:ext cx="3745065" cy="489800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5000" dirty="0">
                <a:solidFill>
                  <a:srgbClr val="E122BB"/>
                </a:solidFill>
                <a:latin typeface="Montserrat ExtraBold"/>
                <a:ea typeface="Montserrat ExtraBold"/>
                <a:cs typeface="Montserrat ExtraBold"/>
                <a:sym typeface="Montserrat ExtraBold"/>
              </a:rPr>
              <a:t>Clases</a:t>
            </a:r>
            <a:endParaRPr sz="5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4047214" y="159026"/>
            <a:ext cx="4905955" cy="4898003"/>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Es un molde para crear objetos. Define un tipo de objeto según sus atributos (datos) y métodos (funciones). </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Es un modelo que especifica qué atributos y métodos tendrán los objetos creados a partir de esa clase.</a:t>
            </a:r>
          </a:p>
        </p:txBody>
      </p:sp>
    </p:spTree>
    <p:extLst>
      <p:ext uri="{BB962C8B-B14F-4D97-AF65-F5344CB8AC3E}">
        <p14:creationId xmlns:p14="http://schemas.microsoft.com/office/powerpoint/2010/main" val="2346873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Clases</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21759EAE-5100-7EB1-7155-8504E03B9445}"/>
              </a:ext>
            </a:extLst>
          </p:cNvPr>
          <p:cNvPicPr>
            <a:picLocks noChangeAspect="1"/>
          </p:cNvPicPr>
          <p:nvPr/>
        </p:nvPicPr>
        <p:blipFill rotWithShape="1">
          <a:blip r:embed="rId4"/>
          <a:srcRect b="32944"/>
          <a:stretch/>
        </p:blipFill>
        <p:spPr>
          <a:xfrm>
            <a:off x="632453" y="1331493"/>
            <a:ext cx="4061074" cy="3449053"/>
          </a:xfrm>
          <a:prstGeom prst="rect">
            <a:avLst/>
          </a:prstGeom>
        </p:spPr>
      </p:pic>
    </p:spTree>
    <p:extLst>
      <p:ext uri="{BB962C8B-B14F-4D97-AF65-F5344CB8AC3E}">
        <p14:creationId xmlns:p14="http://schemas.microsoft.com/office/powerpoint/2010/main" val="1953941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90831" y="159026"/>
            <a:ext cx="3633746" cy="489800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5000" dirty="0">
                <a:solidFill>
                  <a:srgbClr val="E122BB"/>
                </a:solidFill>
                <a:latin typeface="Montserrat ExtraBold"/>
                <a:ea typeface="Montserrat ExtraBold"/>
                <a:cs typeface="Montserrat ExtraBold"/>
                <a:sym typeface="Montserrat ExtraBold"/>
              </a:rPr>
              <a:t>Objeto</a:t>
            </a:r>
            <a:endParaRPr sz="5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4047214" y="159026"/>
            <a:ext cx="4905955" cy="4898003"/>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Es una instancia de una clase. </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Es una entidad concreta que tiene un estado y un comportamiento definido por la clase a partir de la cual se creó.</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Cada objeto tiene su propio conjunto de valores para los atributos definidos en su clase.</a:t>
            </a:r>
          </a:p>
        </p:txBody>
      </p:sp>
    </p:spTree>
    <p:extLst>
      <p:ext uri="{BB962C8B-B14F-4D97-AF65-F5344CB8AC3E}">
        <p14:creationId xmlns:p14="http://schemas.microsoft.com/office/powerpoint/2010/main" val="2603473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Objeto</a:t>
            </a:r>
            <a:endParaRPr sz="2920" b="1" dirty="0">
              <a:solidFill>
                <a:srgbClr val="E122BB"/>
              </a:solidFill>
              <a:latin typeface="Montserrat"/>
              <a:ea typeface="Montserrat"/>
              <a:cs typeface="Montserrat"/>
              <a:sym typeface="Montserrat"/>
            </a:endParaRPr>
          </a:p>
        </p:txBody>
      </p:sp>
      <p:pic>
        <p:nvPicPr>
          <p:cNvPr id="6" name="Picture 5">
            <a:extLst>
              <a:ext uri="{FF2B5EF4-FFF2-40B4-BE49-F238E27FC236}">
                <a16:creationId xmlns:a16="http://schemas.microsoft.com/office/drawing/2014/main" id="{BABF3E73-0C9D-EA28-7217-04C4BF3450F6}"/>
              </a:ext>
            </a:extLst>
          </p:cNvPr>
          <p:cNvPicPr>
            <a:picLocks noChangeAspect="1"/>
          </p:cNvPicPr>
          <p:nvPr/>
        </p:nvPicPr>
        <p:blipFill>
          <a:blip r:embed="rId4"/>
          <a:stretch>
            <a:fillRect/>
          </a:stretch>
        </p:blipFill>
        <p:spPr>
          <a:xfrm>
            <a:off x="573505" y="1477001"/>
            <a:ext cx="6163925" cy="157100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CA083B6-C62C-6F70-0C0E-125205008462}"/>
                  </a:ext>
                </a:extLst>
              </p14:cNvPr>
              <p14:cNvContentPartPr/>
              <p14:nvPr/>
            </p14:nvContentPartPr>
            <p14:xfrm>
              <a:off x="1328400" y="1955520"/>
              <a:ext cx="3736080" cy="952200"/>
            </p14:xfrm>
          </p:contentPart>
        </mc:Choice>
        <mc:Fallback xmlns="">
          <p:pic>
            <p:nvPicPr>
              <p:cNvPr id="2" name="Ink 1">
                <a:extLst>
                  <a:ext uri="{FF2B5EF4-FFF2-40B4-BE49-F238E27FC236}">
                    <a16:creationId xmlns:a16="http://schemas.microsoft.com/office/drawing/2014/main" id="{1CA083B6-C62C-6F70-0C0E-125205008462}"/>
                  </a:ext>
                </a:extLst>
              </p:cNvPr>
              <p:cNvPicPr/>
              <p:nvPr/>
            </p:nvPicPr>
            <p:blipFill>
              <a:blip r:embed="rId6"/>
              <a:stretch>
                <a:fillRect/>
              </a:stretch>
            </p:blipFill>
            <p:spPr>
              <a:xfrm>
                <a:off x="1319040" y="1946160"/>
                <a:ext cx="3754800" cy="970920"/>
              </a:xfrm>
              <a:prstGeom prst="rect">
                <a:avLst/>
              </a:prstGeom>
            </p:spPr>
          </p:pic>
        </mc:Fallback>
      </mc:AlternateContent>
    </p:spTree>
    <p:extLst>
      <p:ext uri="{BB962C8B-B14F-4D97-AF65-F5344CB8AC3E}">
        <p14:creationId xmlns:p14="http://schemas.microsoft.com/office/powerpoint/2010/main" val="3278604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35172" y="159026"/>
            <a:ext cx="3745065" cy="489800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3000" dirty="0">
                <a:solidFill>
                  <a:srgbClr val="E122BB"/>
                </a:solidFill>
                <a:latin typeface="Montserrat ExtraBold"/>
                <a:ea typeface="Montserrat ExtraBold"/>
                <a:cs typeface="Montserrat ExtraBold"/>
                <a:sym typeface="Montserrat ExtraBold"/>
              </a:rPr>
              <a:t>Diferencias entre Clases y Objetos</a:t>
            </a:r>
            <a:endParaRPr sz="3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4047214" y="159026"/>
            <a:ext cx="4905955" cy="4898003"/>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2000" dirty="0">
                <a:solidFill>
                  <a:schemeClr val="lt1"/>
                </a:solidFill>
                <a:highlight>
                  <a:srgbClr val="FF00FF"/>
                </a:highlight>
                <a:latin typeface="Montserrat Medium"/>
                <a:ea typeface="Montserrat Medium"/>
                <a:cs typeface="Montserrat Medium"/>
                <a:sym typeface="Montserrat Medium"/>
              </a:rPr>
              <a:t>Clase: </a:t>
            </a:r>
            <a:r>
              <a:rPr lang="es-419" sz="2000" dirty="0">
                <a:solidFill>
                  <a:schemeClr val="lt1"/>
                </a:solidFill>
                <a:latin typeface="Montserrat Medium"/>
                <a:ea typeface="Montserrat Medium"/>
                <a:cs typeface="Montserrat Medium"/>
                <a:sym typeface="Montserrat Medium"/>
              </a:rPr>
              <a:t>Define un tipo de objeto con atributos y métodos.</a:t>
            </a:r>
          </a:p>
          <a:p>
            <a:pPr marL="0" lvl="0" indent="0" algn="l" rtl="0">
              <a:lnSpc>
                <a:spcPct val="115000"/>
              </a:lnSpc>
              <a:spcBef>
                <a:spcPts val="0"/>
              </a:spcBef>
              <a:spcAft>
                <a:spcPts val="0"/>
              </a:spcAft>
              <a:buClr>
                <a:schemeClr val="dk1"/>
              </a:buClr>
              <a:buSzPts val="1100"/>
              <a:buFont typeface="Arial"/>
              <a:buNone/>
            </a:pPr>
            <a:endParaRPr lang="es-419" sz="2000"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r>
              <a:rPr lang="es-419" sz="2000" dirty="0">
                <a:solidFill>
                  <a:schemeClr val="lt1"/>
                </a:solidFill>
                <a:highlight>
                  <a:srgbClr val="FF00FF"/>
                </a:highlight>
                <a:latin typeface="Montserrat Medium"/>
                <a:ea typeface="Montserrat Medium"/>
                <a:cs typeface="Montserrat Medium"/>
                <a:sym typeface="Montserrat Medium"/>
              </a:rPr>
              <a:t>Objeto: </a:t>
            </a:r>
            <a:r>
              <a:rPr lang="es-419" sz="2000" dirty="0">
                <a:solidFill>
                  <a:schemeClr val="lt1"/>
                </a:solidFill>
                <a:latin typeface="Montserrat Medium"/>
                <a:ea typeface="Montserrat Medium"/>
                <a:cs typeface="Montserrat Medium"/>
                <a:sym typeface="Montserrat Medium"/>
              </a:rPr>
              <a:t>Una instancia de una clase que tiene un estado particular y puede ejecutar métodos definidos en la clase.</a:t>
            </a:r>
          </a:p>
        </p:txBody>
      </p:sp>
    </p:spTree>
    <p:extLst>
      <p:ext uri="{BB962C8B-B14F-4D97-AF65-F5344CB8AC3E}">
        <p14:creationId xmlns:p14="http://schemas.microsoft.com/office/powerpoint/2010/main" val="3659476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Diferencias entre Clases y Objetos</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1852863"/>
            <a:ext cx="3938131"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Clase</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Es una definición, una plantilla. No es una entidad tangible.</a:t>
            </a:r>
          </a:p>
        </p:txBody>
      </p:sp>
      <p:sp>
        <p:nvSpPr>
          <p:cNvPr id="3" name="Google Shape;61;p14">
            <a:extLst>
              <a:ext uri="{FF2B5EF4-FFF2-40B4-BE49-F238E27FC236}">
                <a16:creationId xmlns:a16="http://schemas.microsoft.com/office/drawing/2014/main" id="{45660242-F9A4-903D-8389-26FC1FCBBF99}"/>
              </a:ext>
            </a:extLst>
          </p:cNvPr>
          <p:cNvSpPr txBox="1"/>
          <p:nvPr/>
        </p:nvSpPr>
        <p:spPr>
          <a:xfrm>
            <a:off x="4572000" y="1852863"/>
            <a:ext cx="4256125"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Objeto</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Es una instancia concreta de una clase. Es una entidad tangible que ocupa memoria y tiene un estado específico.</a:t>
            </a:r>
          </a:p>
        </p:txBody>
      </p:sp>
      <p:sp>
        <p:nvSpPr>
          <p:cNvPr id="4" name="Google Shape;66;p15">
            <a:extLst>
              <a:ext uri="{FF2B5EF4-FFF2-40B4-BE49-F238E27FC236}">
                <a16:creationId xmlns:a16="http://schemas.microsoft.com/office/drawing/2014/main" id="{8E1D0551-8A56-0289-660E-14FF09DE4452}"/>
              </a:ext>
            </a:extLst>
          </p:cNvPr>
          <p:cNvSpPr txBox="1">
            <a:spLocks/>
          </p:cNvSpPr>
          <p:nvPr/>
        </p:nvSpPr>
        <p:spPr>
          <a:xfrm>
            <a:off x="274650" y="955323"/>
            <a:ext cx="85947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s-ES" sz="3500" b="1" dirty="0">
                <a:solidFill>
                  <a:schemeClr val="tx1"/>
                </a:solidFill>
                <a:latin typeface="Montserrat"/>
                <a:ea typeface="Montserrat"/>
                <a:cs typeface="Montserrat"/>
                <a:sym typeface="Montserrat"/>
              </a:rPr>
              <a:t>Definición vs. Instancia</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490BCAD-19DB-8710-D83D-830D4F3922A7}"/>
                  </a:ext>
                </a:extLst>
              </p14:cNvPr>
              <p14:cNvContentPartPr/>
              <p14:nvPr/>
            </p14:nvContentPartPr>
            <p14:xfrm>
              <a:off x="1431360" y="2785320"/>
              <a:ext cx="6505920" cy="42480"/>
            </p14:xfrm>
          </p:contentPart>
        </mc:Choice>
        <mc:Fallback xmlns="">
          <p:pic>
            <p:nvPicPr>
              <p:cNvPr id="5" name="Ink 4">
                <a:extLst>
                  <a:ext uri="{FF2B5EF4-FFF2-40B4-BE49-F238E27FC236}">
                    <a16:creationId xmlns:a16="http://schemas.microsoft.com/office/drawing/2014/main" id="{F490BCAD-19DB-8710-D83D-830D4F3922A7}"/>
                  </a:ext>
                </a:extLst>
              </p:cNvPr>
              <p:cNvPicPr/>
              <p:nvPr/>
            </p:nvPicPr>
            <p:blipFill>
              <a:blip r:embed="rId5"/>
              <a:stretch>
                <a:fillRect/>
              </a:stretch>
            </p:blipFill>
            <p:spPr>
              <a:xfrm>
                <a:off x="1422000" y="2775960"/>
                <a:ext cx="6524640" cy="61200"/>
              </a:xfrm>
              <a:prstGeom prst="rect">
                <a:avLst/>
              </a:prstGeom>
            </p:spPr>
          </p:pic>
        </mc:Fallback>
      </mc:AlternateContent>
    </p:spTree>
    <p:extLst>
      <p:ext uri="{BB962C8B-B14F-4D97-AF65-F5344CB8AC3E}">
        <p14:creationId xmlns:p14="http://schemas.microsoft.com/office/powerpoint/2010/main" val="3244623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Diferencias entre Clases y Objetos</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1852863"/>
            <a:ext cx="3938131"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Clase</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Representa la abstracción de algo. Define qué características y comportamientos deberían tener los objetos.</a:t>
            </a:r>
          </a:p>
        </p:txBody>
      </p:sp>
      <p:sp>
        <p:nvSpPr>
          <p:cNvPr id="3" name="Google Shape;61;p14">
            <a:extLst>
              <a:ext uri="{FF2B5EF4-FFF2-40B4-BE49-F238E27FC236}">
                <a16:creationId xmlns:a16="http://schemas.microsoft.com/office/drawing/2014/main" id="{45660242-F9A4-903D-8389-26FC1FCBBF99}"/>
              </a:ext>
            </a:extLst>
          </p:cNvPr>
          <p:cNvSpPr txBox="1"/>
          <p:nvPr/>
        </p:nvSpPr>
        <p:spPr>
          <a:xfrm>
            <a:off x="4572000" y="1852863"/>
            <a:ext cx="4256125"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Objeto</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Representa la concreción de esa abstracción. Tiene características y comportamientos específicos definidos por la clase.</a:t>
            </a:r>
          </a:p>
        </p:txBody>
      </p:sp>
      <p:sp>
        <p:nvSpPr>
          <p:cNvPr id="4" name="Google Shape;66;p15">
            <a:extLst>
              <a:ext uri="{FF2B5EF4-FFF2-40B4-BE49-F238E27FC236}">
                <a16:creationId xmlns:a16="http://schemas.microsoft.com/office/drawing/2014/main" id="{8E1D0551-8A56-0289-660E-14FF09DE4452}"/>
              </a:ext>
            </a:extLst>
          </p:cNvPr>
          <p:cNvSpPr txBox="1">
            <a:spLocks/>
          </p:cNvSpPr>
          <p:nvPr/>
        </p:nvSpPr>
        <p:spPr>
          <a:xfrm>
            <a:off x="274650" y="955323"/>
            <a:ext cx="85947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s-ES" sz="3500" b="1" dirty="0">
                <a:solidFill>
                  <a:schemeClr val="tx1"/>
                </a:solidFill>
                <a:latin typeface="Montserrat"/>
                <a:ea typeface="Montserrat"/>
                <a:cs typeface="Montserrat"/>
                <a:sym typeface="Montserrat"/>
              </a:rPr>
              <a:t>Abstracción vs. Concreción</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036F3E3-E0B7-D4AB-BFE0-353168842CEE}"/>
                  </a:ext>
                </a:extLst>
              </p14:cNvPr>
              <p14:cNvContentPartPr/>
              <p14:nvPr/>
            </p14:nvContentPartPr>
            <p14:xfrm>
              <a:off x="2230560" y="2395440"/>
              <a:ext cx="5724720" cy="433800"/>
            </p14:xfrm>
          </p:contentPart>
        </mc:Choice>
        <mc:Fallback xmlns="">
          <p:pic>
            <p:nvPicPr>
              <p:cNvPr id="5" name="Ink 4">
                <a:extLst>
                  <a:ext uri="{FF2B5EF4-FFF2-40B4-BE49-F238E27FC236}">
                    <a16:creationId xmlns:a16="http://schemas.microsoft.com/office/drawing/2014/main" id="{1036F3E3-E0B7-D4AB-BFE0-353168842CEE}"/>
                  </a:ext>
                </a:extLst>
              </p:cNvPr>
              <p:cNvPicPr/>
              <p:nvPr/>
            </p:nvPicPr>
            <p:blipFill>
              <a:blip r:embed="rId5"/>
              <a:stretch>
                <a:fillRect/>
              </a:stretch>
            </p:blipFill>
            <p:spPr>
              <a:xfrm>
                <a:off x="2221200" y="2386080"/>
                <a:ext cx="5743440" cy="452520"/>
              </a:xfrm>
              <a:prstGeom prst="rect">
                <a:avLst/>
              </a:prstGeom>
            </p:spPr>
          </p:pic>
        </mc:Fallback>
      </mc:AlternateContent>
    </p:spTree>
    <p:extLst>
      <p:ext uri="{BB962C8B-B14F-4D97-AF65-F5344CB8AC3E}">
        <p14:creationId xmlns:p14="http://schemas.microsoft.com/office/powerpoint/2010/main" val="435851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Diferencias entre Clases y Objetos</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1852863"/>
            <a:ext cx="3938131"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Clase</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Puede ser utilizada para crear múltiples objetos.</a:t>
            </a:r>
          </a:p>
        </p:txBody>
      </p:sp>
      <p:sp>
        <p:nvSpPr>
          <p:cNvPr id="3" name="Google Shape;61;p14">
            <a:extLst>
              <a:ext uri="{FF2B5EF4-FFF2-40B4-BE49-F238E27FC236}">
                <a16:creationId xmlns:a16="http://schemas.microsoft.com/office/drawing/2014/main" id="{45660242-F9A4-903D-8389-26FC1FCBBF99}"/>
              </a:ext>
            </a:extLst>
          </p:cNvPr>
          <p:cNvSpPr txBox="1"/>
          <p:nvPr/>
        </p:nvSpPr>
        <p:spPr>
          <a:xfrm>
            <a:off x="4572000" y="1852863"/>
            <a:ext cx="4256125"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Objeto</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Es una única instancia de una clase específica.</a:t>
            </a:r>
          </a:p>
        </p:txBody>
      </p:sp>
      <p:sp>
        <p:nvSpPr>
          <p:cNvPr id="4" name="Google Shape;66;p15">
            <a:extLst>
              <a:ext uri="{FF2B5EF4-FFF2-40B4-BE49-F238E27FC236}">
                <a16:creationId xmlns:a16="http://schemas.microsoft.com/office/drawing/2014/main" id="{8E1D0551-8A56-0289-660E-14FF09DE4452}"/>
              </a:ext>
            </a:extLst>
          </p:cNvPr>
          <p:cNvSpPr txBox="1">
            <a:spLocks/>
          </p:cNvSpPr>
          <p:nvPr/>
        </p:nvSpPr>
        <p:spPr>
          <a:xfrm>
            <a:off x="274650" y="955323"/>
            <a:ext cx="85947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s-ES" sz="3500" b="1" dirty="0">
                <a:solidFill>
                  <a:schemeClr val="tx1"/>
                </a:solidFill>
                <a:latin typeface="Montserrat"/>
                <a:ea typeface="Montserrat"/>
                <a:cs typeface="Montserrat"/>
                <a:sym typeface="Montserrat"/>
              </a:rPr>
              <a:t>Reusabilidad</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1B9583B-3130-8B4D-A0E6-988A31EBDEC4}"/>
                  </a:ext>
                </a:extLst>
              </p14:cNvPr>
              <p14:cNvContentPartPr/>
              <p14:nvPr/>
            </p14:nvContentPartPr>
            <p14:xfrm>
              <a:off x="1261800" y="2786760"/>
              <a:ext cx="6267960" cy="436320"/>
            </p14:xfrm>
          </p:contentPart>
        </mc:Choice>
        <mc:Fallback xmlns="">
          <p:pic>
            <p:nvPicPr>
              <p:cNvPr id="5" name="Ink 4">
                <a:extLst>
                  <a:ext uri="{FF2B5EF4-FFF2-40B4-BE49-F238E27FC236}">
                    <a16:creationId xmlns:a16="http://schemas.microsoft.com/office/drawing/2014/main" id="{11B9583B-3130-8B4D-A0E6-988A31EBDEC4}"/>
                  </a:ext>
                </a:extLst>
              </p:cNvPr>
              <p:cNvPicPr/>
              <p:nvPr/>
            </p:nvPicPr>
            <p:blipFill>
              <a:blip r:embed="rId5"/>
              <a:stretch>
                <a:fillRect/>
              </a:stretch>
            </p:blipFill>
            <p:spPr>
              <a:xfrm>
                <a:off x="1252440" y="2777400"/>
                <a:ext cx="6286680" cy="455040"/>
              </a:xfrm>
              <a:prstGeom prst="rect">
                <a:avLst/>
              </a:prstGeom>
            </p:spPr>
          </p:pic>
        </mc:Fallback>
      </mc:AlternateContent>
    </p:spTree>
    <p:extLst>
      <p:ext uri="{BB962C8B-B14F-4D97-AF65-F5344CB8AC3E}">
        <p14:creationId xmlns:p14="http://schemas.microsoft.com/office/powerpoint/2010/main" val="3975214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Diferencias entre Clases y Objetos</a:t>
            </a:r>
            <a:endParaRPr sz="2920" b="1" dirty="0">
              <a:solidFill>
                <a:srgbClr val="E122BB"/>
              </a:solidFill>
              <a:latin typeface="Montserrat"/>
              <a:ea typeface="Montserrat"/>
              <a:cs typeface="Montserrat"/>
              <a:sym typeface="Montserrat"/>
            </a:endParaRP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6" y="1852863"/>
            <a:ext cx="3938131"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Clase</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Define la estructura (atributos) y el comportamiento (métodos) comunes a todos los objetos de ese tipo.</a:t>
            </a:r>
          </a:p>
        </p:txBody>
      </p:sp>
      <p:sp>
        <p:nvSpPr>
          <p:cNvPr id="3" name="Google Shape;61;p14">
            <a:extLst>
              <a:ext uri="{FF2B5EF4-FFF2-40B4-BE49-F238E27FC236}">
                <a16:creationId xmlns:a16="http://schemas.microsoft.com/office/drawing/2014/main" id="{45660242-F9A4-903D-8389-26FC1FCBBF99}"/>
              </a:ext>
            </a:extLst>
          </p:cNvPr>
          <p:cNvSpPr txBox="1"/>
          <p:nvPr/>
        </p:nvSpPr>
        <p:spPr>
          <a:xfrm>
            <a:off x="4572000" y="1852863"/>
            <a:ext cx="4256125" cy="30406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419" sz="3000" b="1" dirty="0">
                <a:solidFill>
                  <a:schemeClr val="tx1"/>
                </a:solidFill>
                <a:highlight>
                  <a:srgbClr val="FF00FF"/>
                </a:highlight>
                <a:latin typeface="Montserrat Medium"/>
                <a:ea typeface="Montserrat Medium"/>
                <a:cs typeface="Montserrat Medium"/>
                <a:sym typeface="Montserrat Medium"/>
              </a:rPr>
              <a:t>Objeto</a:t>
            </a:r>
          </a:p>
          <a:p>
            <a:pPr marL="0" lvl="0" indent="0" algn="l" rtl="0">
              <a:lnSpc>
                <a:spcPct val="115000"/>
              </a:lnSpc>
              <a:spcBef>
                <a:spcPts val="0"/>
              </a:spcBef>
              <a:spcAft>
                <a:spcPts val="0"/>
              </a:spcAft>
              <a:buClr>
                <a:schemeClr val="dk1"/>
              </a:buClr>
              <a:buSzPts val="1100"/>
              <a:buFont typeface="Arial"/>
              <a:buNone/>
            </a:pPr>
            <a:r>
              <a:rPr lang="es-419" sz="2000" dirty="0">
                <a:solidFill>
                  <a:schemeClr val="tx1"/>
                </a:solidFill>
                <a:latin typeface="Montserrat Medium"/>
                <a:ea typeface="Montserrat Medium"/>
                <a:cs typeface="Montserrat Medium"/>
                <a:sym typeface="Montserrat Medium"/>
              </a:rPr>
              <a:t>Tiene un estado particular (valores de atributos) y puede ejecutar comportamientos definidos por su clase.</a:t>
            </a:r>
          </a:p>
        </p:txBody>
      </p:sp>
      <p:sp>
        <p:nvSpPr>
          <p:cNvPr id="4" name="Google Shape;66;p15">
            <a:extLst>
              <a:ext uri="{FF2B5EF4-FFF2-40B4-BE49-F238E27FC236}">
                <a16:creationId xmlns:a16="http://schemas.microsoft.com/office/drawing/2014/main" id="{8E1D0551-8A56-0289-660E-14FF09DE4452}"/>
              </a:ext>
            </a:extLst>
          </p:cNvPr>
          <p:cNvSpPr txBox="1">
            <a:spLocks/>
          </p:cNvSpPr>
          <p:nvPr/>
        </p:nvSpPr>
        <p:spPr>
          <a:xfrm>
            <a:off x="274650" y="955323"/>
            <a:ext cx="85947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s-ES" sz="3500" b="1" dirty="0">
                <a:solidFill>
                  <a:schemeClr val="tx1"/>
                </a:solidFill>
                <a:latin typeface="Montserrat"/>
                <a:ea typeface="Montserrat"/>
                <a:cs typeface="Montserrat"/>
                <a:sym typeface="Montserrat"/>
              </a:rPr>
              <a:t>Estructura vs. Estado</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EED07D9-F635-7BC9-EC8F-F106560D3F7C}"/>
                  </a:ext>
                </a:extLst>
              </p14:cNvPr>
              <p14:cNvContentPartPr/>
              <p14:nvPr/>
            </p14:nvContentPartPr>
            <p14:xfrm>
              <a:off x="588600" y="2782800"/>
              <a:ext cx="7422120" cy="763560"/>
            </p14:xfrm>
          </p:contentPart>
        </mc:Choice>
        <mc:Fallback xmlns="">
          <p:pic>
            <p:nvPicPr>
              <p:cNvPr id="5" name="Ink 4">
                <a:extLst>
                  <a:ext uri="{FF2B5EF4-FFF2-40B4-BE49-F238E27FC236}">
                    <a16:creationId xmlns:a16="http://schemas.microsoft.com/office/drawing/2014/main" id="{AEED07D9-F635-7BC9-EC8F-F106560D3F7C}"/>
                  </a:ext>
                </a:extLst>
              </p:cNvPr>
              <p:cNvPicPr/>
              <p:nvPr/>
            </p:nvPicPr>
            <p:blipFill>
              <a:blip r:embed="rId5"/>
              <a:stretch>
                <a:fillRect/>
              </a:stretch>
            </p:blipFill>
            <p:spPr>
              <a:xfrm>
                <a:off x="579240" y="2773440"/>
                <a:ext cx="7440840" cy="782280"/>
              </a:xfrm>
              <a:prstGeom prst="rect">
                <a:avLst/>
              </a:prstGeom>
            </p:spPr>
          </p:pic>
        </mc:Fallback>
      </mc:AlternateContent>
    </p:spTree>
    <p:extLst>
      <p:ext uri="{BB962C8B-B14F-4D97-AF65-F5344CB8AC3E}">
        <p14:creationId xmlns:p14="http://schemas.microsoft.com/office/powerpoint/2010/main" val="3691124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3763065" cy="472492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7000" dirty="0">
                <a:solidFill>
                  <a:srgbClr val="E122BB"/>
                </a:solidFill>
                <a:latin typeface="Montserrat ExtraBold"/>
                <a:ea typeface="Montserrat ExtraBold"/>
                <a:cs typeface="Montserrat ExtraBold"/>
                <a:sym typeface="Montserrat ExtraBold"/>
              </a:rPr>
              <a:t>this</a:t>
            </a:r>
            <a:endParaRPr sz="7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4235116" y="304274"/>
            <a:ext cx="4823517" cy="483922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La palabra clave this en Java se refiere a la instancia actual de una clase. Tiene varios usos importantes en la programación orientada a objetos</a:t>
            </a:r>
          </a:p>
        </p:txBody>
      </p:sp>
    </p:spTree>
    <p:extLst>
      <p:ext uri="{BB962C8B-B14F-4D97-AF65-F5344CB8AC3E}">
        <p14:creationId xmlns:p14="http://schemas.microsoft.com/office/powerpoint/2010/main" val="958404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Referencia al objeto actual</a:t>
            </a:r>
          </a:p>
        </p:txBody>
      </p:sp>
      <p:pic>
        <p:nvPicPr>
          <p:cNvPr id="4" name="Picture 3">
            <a:extLst>
              <a:ext uri="{FF2B5EF4-FFF2-40B4-BE49-F238E27FC236}">
                <a16:creationId xmlns:a16="http://schemas.microsoft.com/office/drawing/2014/main" id="{4C548652-7846-EC61-D4F8-3B7F50D36961}"/>
              </a:ext>
            </a:extLst>
          </p:cNvPr>
          <p:cNvPicPr>
            <a:picLocks noChangeAspect="1"/>
          </p:cNvPicPr>
          <p:nvPr/>
        </p:nvPicPr>
        <p:blipFill>
          <a:blip r:embed="rId4"/>
          <a:stretch>
            <a:fillRect/>
          </a:stretch>
        </p:blipFill>
        <p:spPr>
          <a:xfrm>
            <a:off x="652596" y="1484500"/>
            <a:ext cx="6477262" cy="1731942"/>
          </a:xfrm>
          <a:prstGeom prst="rect">
            <a:avLst/>
          </a:prstGeom>
        </p:spPr>
      </p:pic>
      <p:sp>
        <p:nvSpPr>
          <p:cNvPr id="74" name="Google Shape;74;p16"/>
          <p:cNvSpPr txBox="1"/>
          <p:nvPr/>
        </p:nvSpPr>
        <p:spPr>
          <a:xfrm>
            <a:off x="6368716" y="3050605"/>
            <a:ext cx="2616329" cy="1261576"/>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this se utiliza para hacer referencia al objeto actual dentro de la propia clase. Puede ser útil cuando hay ambigüedad entre los nombres de variables de instancia y parámetros en un método.</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AD19A327-FF22-5077-C9C2-B8E367D7D268}"/>
                  </a:ext>
                </a:extLst>
              </p14:cNvPr>
              <p14:cNvContentPartPr/>
              <p14:nvPr/>
            </p14:nvContentPartPr>
            <p14:xfrm>
              <a:off x="1087200" y="1951920"/>
              <a:ext cx="2335320" cy="736200"/>
            </p14:xfrm>
          </p:contentPart>
        </mc:Choice>
        <mc:Fallback xmlns="">
          <p:pic>
            <p:nvPicPr>
              <p:cNvPr id="2" name="Ink 1">
                <a:extLst>
                  <a:ext uri="{FF2B5EF4-FFF2-40B4-BE49-F238E27FC236}">
                    <a16:creationId xmlns:a16="http://schemas.microsoft.com/office/drawing/2014/main" id="{AD19A327-FF22-5077-C9C2-B8E367D7D268}"/>
                  </a:ext>
                </a:extLst>
              </p:cNvPr>
              <p:cNvPicPr/>
              <p:nvPr/>
            </p:nvPicPr>
            <p:blipFill>
              <a:blip r:embed="rId6"/>
              <a:stretch>
                <a:fillRect/>
              </a:stretch>
            </p:blipFill>
            <p:spPr>
              <a:xfrm>
                <a:off x="1077840" y="1942560"/>
                <a:ext cx="2354040" cy="754920"/>
              </a:xfrm>
              <a:prstGeom prst="rect">
                <a:avLst/>
              </a:prstGeom>
            </p:spPr>
          </p:pic>
        </mc:Fallback>
      </mc:AlternateContent>
    </p:spTree>
    <p:extLst>
      <p:ext uri="{BB962C8B-B14F-4D97-AF65-F5344CB8AC3E}">
        <p14:creationId xmlns:p14="http://schemas.microsoft.com/office/powerpoint/2010/main" val="4173850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Llamada al constructor de la misma clase</a:t>
            </a:r>
          </a:p>
        </p:txBody>
      </p:sp>
      <p:pic>
        <p:nvPicPr>
          <p:cNvPr id="2" name="Picture 1">
            <a:extLst>
              <a:ext uri="{FF2B5EF4-FFF2-40B4-BE49-F238E27FC236}">
                <a16:creationId xmlns:a16="http://schemas.microsoft.com/office/drawing/2014/main" id="{D6D6EE12-1709-2F3A-956B-76E07DFE8125}"/>
              </a:ext>
            </a:extLst>
          </p:cNvPr>
          <p:cNvPicPr>
            <a:picLocks noChangeAspect="1"/>
          </p:cNvPicPr>
          <p:nvPr/>
        </p:nvPicPr>
        <p:blipFill>
          <a:blip r:embed="rId4"/>
          <a:stretch>
            <a:fillRect/>
          </a:stretch>
        </p:blipFill>
        <p:spPr>
          <a:xfrm>
            <a:off x="613610" y="1384793"/>
            <a:ext cx="6541862" cy="3010743"/>
          </a:xfrm>
          <a:prstGeom prst="rect">
            <a:avLst/>
          </a:prstGeom>
        </p:spPr>
      </p:pic>
      <p:sp>
        <p:nvSpPr>
          <p:cNvPr id="74" name="Google Shape;74;p16"/>
          <p:cNvSpPr txBox="1"/>
          <p:nvPr/>
        </p:nvSpPr>
        <p:spPr>
          <a:xfrm>
            <a:off x="5444829" y="1384793"/>
            <a:ext cx="3699171" cy="1088259"/>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this se puede usar para llamar a otro constructor de la misma clase desde un constructor. Esta técnica se llama "reutilización de constructores" o "llamada al constructor". </a:t>
            </a: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D735675-2CE4-A051-8E66-E244068DC2DF}"/>
                  </a:ext>
                </a:extLst>
              </p14:cNvPr>
              <p14:cNvContentPartPr/>
              <p14:nvPr/>
            </p14:nvContentPartPr>
            <p14:xfrm>
              <a:off x="1469880" y="2520000"/>
              <a:ext cx="2441880" cy="923760"/>
            </p14:xfrm>
          </p:contentPart>
        </mc:Choice>
        <mc:Fallback xmlns="">
          <p:pic>
            <p:nvPicPr>
              <p:cNvPr id="3" name="Ink 2">
                <a:extLst>
                  <a:ext uri="{FF2B5EF4-FFF2-40B4-BE49-F238E27FC236}">
                    <a16:creationId xmlns:a16="http://schemas.microsoft.com/office/drawing/2014/main" id="{0D735675-2CE4-A051-8E66-E244068DC2DF}"/>
                  </a:ext>
                </a:extLst>
              </p:cNvPr>
              <p:cNvPicPr/>
              <p:nvPr/>
            </p:nvPicPr>
            <p:blipFill>
              <a:blip r:embed="rId6"/>
              <a:stretch>
                <a:fillRect/>
              </a:stretch>
            </p:blipFill>
            <p:spPr>
              <a:xfrm>
                <a:off x="1460520" y="2510640"/>
                <a:ext cx="2460600" cy="942480"/>
              </a:xfrm>
              <a:prstGeom prst="rect">
                <a:avLst/>
              </a:prstGeom>
            </p:spPr>
          </p:pic>
        </mc:Fallback>
      </mc:AlternateContent>
    </p:spTree>
    <p:extLst>
      <p:ext uri="{BB962C8B-B14F-4D97-AF65-F5344CB8AC3E}">
        <p14:creationId xmlns:p14="http://schemas.microsoft.com/office/powerpoint/2010/main" val="2469328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Llamada al constructor de la misma clase</a:t>
            </a:r>
          </a:p>
        </p:txBody>
      </p:sp>
      <p:pic>
        <p:nvPicPr>
          <p:cNvPr id="3" name="Picture 2">
            <a:extLst>
              <a:ext uri="{FF2B5EF4-FFF2-40B4-BE49-F238E27FC236}">
                <a16:creationId xmlns:a16="http://schemas.microsoft.com/office/drawing/2014/main" id="{BE43FB63-08BB-C24E-D88F-E5483BA8A021}"/>
              </a:ext>
            </a:extLst>
          </p:cNvPr>
          <p:cNvPicPr>
            <a:picLocks noChangeAspect="1"/>
          </p:cNvPicPr>
          <p:nvPr/>
        </p:nvPicPr>
        <p:blipFill>
          <a:blip r:embed="rId4"/>
          <a:stretch>
            <a:fillRect/>
          </a:stretch>
        </p:blipFill>
        <p:spPr>
          <a:xfrm>
            <a:off x="581526" y="1384793"/>
            <a:ext cx="6684684" cy="3211270"/>
          </a:xfrm>
          <a:prstGeom prst="rect">
            <a:avLst/>
          </a:prstGeom>
        </p:spPr>
      </p:pic>
      <p:sp>
        <p:nvSpPr>
          <p:cNvPr id="74" name="Google Shape;74;p16"/>
          <p:cNvSpPr txBox="1"/>
          <p:nvPr/>
        </p:nvSpPr>
        <p:spPr>
          <a:xfrm>
            <a:off x="6601326" y="3128211"/>
            <a:ext cx="2389410" cy="1077388"/>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En algunos casos, es útil pasar la instancia actual como argumento a otro método.</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01EF912-455A-FADD-3D13-FC36030093B8}"/>
                  </a:ext>
                </a:extLst>
              </p14:cNvPr>
              <p14:cNvContentPartPr/>
              <p14:nvPr/>
            </p14:nvContentPartPr>
            <p14:xfrm>
              <a:off x="1854000" y="1644840"/>
              <a:ext cx="3075480" cy="2130480"/>
            </p14:xfrm>
          </p:contentPart>
        </mc:Choice>
        <mc:Fallback xmlns="">
          <p:pic>
            <p:nvPicPr>
              <p:cNvPr id="2" name="Ink 1">
                <a:extLst>
                  <a:ext uri="{FF2B5EF4-FFF2-40B4-BE49-F238E27FC236}">
                    <a16:creationId xmlns:a16="http://schemas.microsoft.com/office/drawing/2014/main" id="{601EF912-455A-FADD-3D13-FC36030093B8}"/>
                  </a:ext>
                </a:extLst>
              </p:cNvPr>
              <p:cNvPicPr/>
              <p:nvPr/>
            </p:nvPicPr>
            <p:blipFill>
              <a:blip r:embed="rId6"/>
              <a:stretch>
                <a:fillRect/>
              </a:stretch>
            </p:blipFill>
            <p:spPr>
              <a:xfrm>
                <a:off x="1844640" y="1635480"/>
                <a:ext cx="3094200" cy="2149200"/>
              </a:xfrm>
              <a:prstGeom prst="rect">
                <a:avLst/>
              </a:prstGeom>
            </p:spPr>
          </p:pic>
        </mc:Fallback>
      </mc:AlternateContent>
    </p:spTree>
    <p:extLst>
      <p:ext uri="{BB962C8B-B14F-4D97-AF65-F5344CB8AC3E}">
        <p14:creationId xmlns:p14="http://schemas.microsoft.com/office/powerpoint/2010/main" val="1358327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08390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000" dirty="0">
                <a:solidFill>
                  <a:srgbClr val="E122BB"/>
                </a:solidFill>
                <a:latin typeface="Montserrat ExtraBold"/>
                <a:ea typeface="Montserrat ExtraBold"/>
                <a:cs typeface="Montserrat ExtraBold"/>
                <a:sym typeface="Montserrat ExtraBold"/>
              </a:rPr>
              <a:t>Sobrecarga de métodos</a:t>
            </a:r>
            <a:endParaRPr sz="4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Métodos con el Mismo Indicador y Distinto Número de Parámetros</a:t>
            </a:r>
          </a:p>
        </p:txBody>
      </p:sp>
    </p:spTree>
    <p:extLst>
      <p:ext uri="{BB962C8B-B14F-4D97-AF65-F5344CB8AC3E}">
        <p14:creationId xmlns:p14="http://schemas.microsoft.com/office/powerpoint/2010/main" val="3991237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Sobrecarga de métodos</a:t>
            </a:r>
            <a:endParaRPr sz="2920" b="1" dirty="0">
              <a:solidFill>
                <a:srgbClr val="E122BB"/>
              </a:solidFill>
              <a:latin typeface="Montserrat"/>
              <a:ea typeface="Montserrat"/>
              <a:cs typeface="Montserrat"/>
              <a:sym typeface="Montserrat"/>
            </a:endParaRPr>
          </a:p>
        </p:txBody>
      </p:sp>
      <p:sp>
        <p:nvSpPr>
          <p:cNvPr id="74" name="Google Shape;74;p16"/>
          <p:cNvSpPr txBox="1"/>
          <p:nvPr/>
        </p:nvSpPr>
        <p:spPr>
          <a:xfrm>
            <a:off x="6786562" y="1581292"/>
            <a:ext cx="2190461" cy="1193991"/>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En Java, se pueden definir múltiples métodos con el mismo nombre pero diferentes listas de parámetros.</a:t>
            </a:r>
          </a:p>
          <a:p>
            <a:pPr marL="0" lvl="0" indent="0" algn="l" rtl="0">
              <a:spcBef>
                <a:spcPts val="0"/>
              </a:spcBef>
              <a:spcAft>
                <a:spcPts val="0"/>
              </a:spcAft>
              <a:buNone/>
            </a:pPr>
            <a:endParaRPr lang="es-419" sz="1200" dirty="0">
              <a:solidFill>
                <a:schemeClr val="lt1"/>
              </a:solidFill>
            </a:endParaRPr>
          </a:p>
        </p:txBody>
      </p:sp>
      <p:pic>
        <p:nvPicPr>
          <p:cNvPr id="2" name="Picture 1">
            <a:extLst>
              <a:ext uri="{FF2B5EF4-FFF2-40B4-BE49-F238E27FC236}">
                <a16:creationId xmlns:a16="http://schemas.microsoft.com/office/drawing/2014/main" id="{8A3E8C36-6E06-D4D8-664F-CCDE67475514}"/>
              </a:ext>
            </a:extLst>
          </p:cNvPr>
          <p:cNvPicPr>
            <a:picLocks noChangeAspect="1"/>
          </p:cNvPicPr>
          <p:nvPr/>
        </p:nvPicPr>
        <p:blipFill>
          <a:blip r:embed="rId4"/>
          <a:stretch>
            <a:fillRect/>
          </a:stretch>
        </p:blipFill>
        <p:spPr>
          <a:xfrm>
            <a:off x="697163" y="1465514"/>
            <a:ext cx="5054600" cy="2870200"/>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9130515B-616D-7E72-A5CD-88E5DBF9146A}"/>
                  </a:ext>
                </a:extLst>
              </p14:cNvPr>
              <p14:cNvContentPartPr/>
              <p14:nvPr/>
            </p14:nvContentPartPr>
            <p14:xfrm>
              <a:off x="3132000" y="2085120"/>
              <a:ext cx="2122920" cy="1263240"/>
            </p14:xfrm>
          </p:contentPart>
        </mc:Choice>
        <mc:Fallback xmlns="">
          <p:pic>
            <p:nvPicPr>
              <p:cNvPr id="3" name="Ink 2">
                <a:extLst>
                  <a:ext uri="{FF2B5EF4-FFF2-40B4-BE49-F238E27FC236}">
                    <a16:creationId xmlns:a16="http://schemas.microsoft.com/office/drawing/2014/main" id="{9130515B-616D-7E72-A5CD-88E5DBF9146A}"/>
                  </a:ext>
                </a:extLst>
              </p:cNvPr>
              <p:cNvPicPr/>
              <p:nvPr/>
            </p:nvPicPr>
            <p:blipFill>
              <a:blip r:embed="rId6"/>
              <a:stretch>
                <a:fillRect/>
              </a:stretch>
            </p:blipFill>
            <p:spPr>
              <a:xfrm>
                <a:off x="3122640" y="2075760"/>
                <a:ext cx="2141640" cy="1281960"/>
              </a:xfrm>
              <a:prstGeom prst="rect">
                <a:avLst/>
              </a:prstGeom>
            </p:spPr>
          </p:pic>
        </mc:Fallback>
      </mc:AlternateContent>
    </p:spTree>
    <p:extLst>
      <p:ext uri="{BB962C8B-B14F-4D97-AF65-F5344CB8AC3E}">
        <p14:creationId xmlns:p14="http://schemas.microsoft.com/office/powerpoint/2010/main" val="4004682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08390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000" dirty="0">
                <a:solidFill>
                  <a:srgbClr val="E122BB"/>
                </a:solidFill>
                <a:latin typeface="Montserrat ExtraBold"/>
                <a:ea typeface="Montserrat ExtraBold"/>
                <a:cs typeface="Montserrat ExtraBold"/>
                <a:sym typeface="Montserrat ExtraBold"/>
              </a:rPr>
              <a:t>Métodos Estáticos</a:t>
            </a:r>
            <a:endParaRPr sz="4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5295568" y="304275"/>
            <a:ext cx="3528781" cy="3575962"/>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Los métodos estáticos pertenecen a la clase, no a una instancia de la clase. </a:t>
            </a:r>
          </a:p>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Se pueden llamar sin crear un objeto de la clase.</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484069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Métodos Estáticos</a:t>
            </a:r>
            <a:endParaRPr sz="2920" b="1" dirty="0">
              <a:solidFill>
                <a:srgbClr val="E122BB"/>
              </a:solidFill>
              <a:latin typeface="Montserrat"/>
              <a:ea typeface="Montserrat"/>
              <a:cs typeface="Montserrat"/>
              <a:sym typeface="Montserrat"/>
            </a:endParaRPr>
          </a:p>
        </p:txBody>
      </p:sp>
      <p:sp>
        <p:nvSpPr>
          <p:cNvPr id="74" name="Google Shape;74;p16"/>
          <p:cNvSpPr txBox="1"/>
          <p:nvPr/>
        </p:nvSpPr>
        <p:spPr>
          <a:xfrm>
            <a:off x="7025103" y="2058372"/>
            <a:ext cx="1721334" cy="796148"/>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Se pueden llamar sin crear un objeto de la clase.</a:t>
            </a:r>
          </a:p>
        </p:txBody>
      </p:sp>
      <p:pic>
        <p:nvPicPr>
          <p:cNvPr id="3" name="Picture 2">
            <a:extLst>
              <a:ext uri="{FF2B5EF4-FFF2-40B4-BE49-F238E27FC236}">
                <a16:creationId xmlns:a16="http://schemas.microsoft.com/office/drawing/2014/main" id="{A3DD4866-F3FA-8317-2641-281F46853D50}"/>
              </a:ext>
            </a:extLst>
          </p:cNvPr>
          <p:cNvPicPr>
            <a:picLocks noChangeAspect="1"/>
          </p:cNvPicPr>
          <p:nvPr/>
        </p:nvPicPr>
        <p:blipFill>
          <a:blip r:embed="rId4"/>
          <a:stretch>
            <a:fillRect/>
          </a:stretch>
        </p:blipFill>
        <p:spPr>
          <a:xfrm>
            <a:off x="578457" y="1518775"/>
            <a:ext cx="6142668" cy="3116835"/>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9011530-AA7C-82A2-04D4-19DEF26E7083}"/>
                  </a:ext>
                </a:extLst>
              </p14:cNvPr>
              <p14:cNvContentPartPr/>
              <p14:nvPr/>
            </p14:nvContentPartPr>
            <p14:xfrm>
              <a:off x="1303920" y="1859760"/>
              <a:ext cx="4042080" cy="2172600"/>
            </p14:xfrm>
          </p:contentPart>
        </mc:Choice>
        <mc:Fallback xmlns="">
          <p:pic>
            <p:nvPicPr>
              <p:cNvPr id="2" name="Ink 1">
                <a:extLst>
                  <a:ext uri="{FF2B5EF4-FFF2-40B4-BE49-F238E27FC236}">
                    <a16:creationId xmlns:a16="http://schemas.microsoft.com/office/drawing/2014/main" id="{89011530-AA7C-82A2-04D4-19DEF26E7083}"/>
                  </a:ext>
                </a:extLst>
              </p:cNvPr>
              <p:cNvPicPr/>
              <p:nvPr/>
            </p:nvPicPr>
            <p:blipFill>
              <a:blip r:embed="rId6"/>
              <a:stretch>
                <a:fillRect/>
              </a:stretch>
            </p:blipFill>
            <p:spPr>
              <a:xfrm>
                <a:off x="1294560" y="1850400"/>
                <a:ext cx="4060800" cy="2191320"/>
              </a:xfrm>
              <a:prstGeom prst="rect">
                <a:avLst/>
              </a:prstGeom>
            </p:spPr>
          </p:pic>
        </mc:Fallback>
      </mc:AlternateContent>
    </p:spTree>
    <p:extLst>
      <p:ext uri="{BB962C8B-B14F-4D97-AF65-F5344CB8AC3E}">
        <p14:creationId xmlns:p14="http://schemas.microsoft.com/office/powerpoint/2010/main" val="3528065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196202" cy="4757009"/>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000" dirty="0">
                <a:solidFill>
                  <a:srgbClr val="E122BB"/>
                </a:solidFill>
                <a:latin typeface="Montserrat ExtraBold"/>
                <a:ea typeface="Montserrat ExtraBold"/>
                <a:cs typeface="Montserrat ExtraBold"/>
                <a:sym typeface="Montserrat ExtraBold"/>
              </a:rPr>
              <a:t>Sobrescritura</a:t>
            </a:r>
            <a:endParaRPr sz="4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4716380" y="304275"/>
            <a:ext cx="4107970" cy="4757008"/>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La sobrescritura (@Override) permite que una subclase proporcione una implementación específica de un método que ya está definido en su superclase.</a:t>
            </a:r>
          </a:p>
        </p:txBody>
      </p:sp>
    </p:spTree>
    <p:extLst>
      <p:ext uri="{BB962C8B-B14F-4D97-AF65-F5344CB8AC3E}">
        <p14:creationId xmlns:p14="http://schemas.microsoft.com/office/powerpoint/2010/main" val="2966968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Sobrescritura</a:t>
            </a:r>
            <a:endParaRPr sz="2920" b="1" dirty="0">
              <a:solidFill>
                <a:srgbClr val="E122BB"/>
              </a:solidFill>
              <a:latin typeface="Montserrat"/>
              <a:ea typeface="Montserrat"/>
              <a:cs typeface="Montserrat"/>
              <a:sym typeface="Montserrat"/>
            </a:endParaRPr>
          </a:p>
        </p:txBody>
      </p:sp>
      <p:pic>
        <p:nvPicPr>
          <p:cNvPr id="4" name="Picture 3">
            <a:extLst>
              <a:ext uri="{FF2B5EF4-FFF2-40B4-BE49-F238E27FC236}">
                <a16:creationId xmlns:a16="http://schemas.microsoft.com/office/drawing/2014/main" id="{65AB5763-8FA0-98A0-4061-EBEACC180D55}"/>
              </a:ext>
            </a:extLst>
          </p:cNvPr>
          <p:cNvPicPr>
            <a:picLocks noChangeAspect="1"/>
          </p:cNvPicPr>
          <p:nvPr/>
        </p:nvPicPr>
        <p:blipFill>
          <a:blip r:embed="rId4"/>
          <a:stretch>
            <a:fillRect/>
          </a:stretch>
        </p:blipFill>
        <p:spPr>
          <a:xfrm>
            <a:off x="671428" y="1628272"/>
            <a:ext cx="6104615" cy="2705101"/>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2D32CAB0-22B8-CF8A-DF3C-F2469783B71E}"/>
                  </a:ext>
                </a:extLst>
              </p14:cNvPr>
              <p14:cNvContentPartPr/>
              <p14:nvPr/>
            </p14:nvContentPartPr>
            <p14:xfrm>
              <a:off x="746280" y="2559960"/>
              <a:ext cx="2420280" cy="964800"/>
            </p14:xfrm>
          </p:contentPart>
        </mc:Choice>
        <mc:Fallback xmlns="">
          <p:pic>
            <p:nvPicPr>
              <p:cNvPr id="2" name="Ink 1">
                <a:extLst>
                  <a:ext uri="{FF2B5EF4-FFF2-40B4-BE49-F238E27FC236}">
                    <a16:creationId xmlns:a16="http://schemas.microsoft.com/office/drawing/2014/main" id="{2D32CAB0-22B8-CF8A-DF3C-F2469783B71E}"/>
                  </a:ext>
                </a:extLst>
              </p:cNvPr>
              <p:cNvPicPr/>
              <p:nvPr/>
            </p:nvPicPr>
            <p:blipFill>
              <a:blip r:embed="rId6"/>
              <a:stretch>
                <a:fillRect/>
              </a:stretch>
            </p:blipFill>
            <p:spPr>
              <a:xfrm>
                <a:off x="736920" y="2550600"/>
                <a:ext cx="2439000" cy="983520"/>
              </a:xfrm>
              <a:prstGeom prst="rect">
                <a:avLst/>
              </a:prstGeom>
            </p:spPr>
          </p:pic>
        </mc:Fallback>
      </mc:AlternateContent>
    </p:spTree>
    <p:extLst>
      <p:ext uri="{BB962C8B-B14F-4D97-AF65-F5344CB8AC3E}">
        <p14:creationId xmlns:p14="http://schemas.microsoft.com/office/powerpoint/2010/main" val="3934411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083907" cy="4716904"/>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000" dirty="0">
                <a:solidFill>
                  <a:srgbClr val="E122BB"/>
                </a:solidFill>
                <a:latin typeface="Montserrat ExtraBold"/>
                <a:ea typeface="Montserrat ExtraBold"/>
                <a:cs typeface="Montserrat ExtraBold"/>
                <a:sym typeface="Montserrat ExtraBold"/>
              </a:rPr>
              <a:t>Recursividad de Métodos</a:t>
            </a:r>
            <a:endParaRPr sz="4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5295568" y="304274"/>
            <a:ext cx="3720095" cy="4716903"/>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Un método recursivo es un método que se llama a sí mismo para resolver un problema.</a:t>
            </a:r>
          </a:p>
        </p:txBody>
      </p:sp>
    </p:spTree>
    <p:extLst>
      <p:ext uri="{BB962C8B-B14F-4D97-AF65-F5344CB8AC3E}">
        <p14:creationId xmlns:p14="http://schemas.microsoft.com/office/powerpoint/2010/main" val="2548460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Recursividad de Métodos</a:t>
            </a:r>
            <a:endParaRPr sz="2920" b="1" dirty="0">
              <a:solidFill>
                <a:srgbClr val="E122BB"/>
              </a:solidFill>
              <a:latin typeface="Montserrat"/>
              <a:ea typeface="Montserrat"/>
              <a:cs typeface="Montserrat"/>
              <a:sym typeface="Montserrat"/>
            </a:endParaRPr>
          </a:p>
        </p:txBody>
      </p:sp>
      <p:sp>
        <p:nvSpPr>
          <p:cNvPr id="74" name="Google Shape;74;p16"/>
          <p:cNvSpPr txBox="1"/>
          <p:nvPr/>
        </p:nvSpPr>
        <p:spPr>
          <a:xfrm>
            <a:off x="7025103" y="2058372"/>
            <a:ext cx="1721334" cy="796148"/>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Factorial de un Número</a:t>
            </a:r>
          </a:p>
        </p:txBody>
      </p:sp>
      <p:pic>
        <p:nvPicPr>
          <p:cNvPr id="2" name="Picture 1">
            <a:extLst>
              <a:ext uri="{FF2B5EF4-FFF2-40B4-BE49-F238E27FC236}">
                <a16:creationId xmlns:a16="http://schemas.microsoft.com/office/drawing/2014/main" id="{9898679D-23E0-887C-7F45-673F7E34484C}"/>
              </a:ext>
            </a:extLst>
          </p:cNvPr>
          <p:cNvPicPr>
            <a:picLocks noChangeAspect="1"/>
          </p:cNvPicPr>
          <p:nvPr/>
        </p:nvPicPr>
        <p:blipFill>
          <a:blip r:embed="rId4"/>
          <a:stretch>
            <a:fillRect/>
          </a:stretch>
        </p:blipFill>
        <p:spPr>
          <a:xfrm>
            <a:off x="584531" y="1291149"/>
            <a:ext cx="5227872" cy="3458125"/>
          </a:xfrm>
          <a:prstGeom prst="rect">
            <a:avLst/>
          </a:prstGeom>
        </p:spPr>
      </p:pic>
    </p:spTree>
    <p:extLst>
      <p:ext uri="{BB962C8B-B14F-4D97-AF65-F5344CB8AC3E}">
        <p14:creationId xmlns:p14="http://schemas.microsoft.com/office/powerpoint/2010/main" val="4256447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9651" y="304275"/>
            <a:ext cx="4083907" cy="3631621"/>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000" dirty="0">
                <a:solidFill>
                  <a:srgbClr val="E122BB"/>
                </a:solidFill>
                <a:latin typeface="Montserrat ExtraBold"/>
                <a:ea typeface="Montserrat ExtraBold"/>
                <a:cs typeface="Montserrat ExtraBold"/>
                <a:sym typeface="Montserrat ExtraBold"/>
              </a:rPr>
              <a:t>Clases Abstractas</a:t>
            </a:r>
            <a:endParaRPr sz="4000" dirty="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4174435" y="304275"/>
            <a:ext cx="4794635" cy="4442654"/>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1800" dirty="0">
                <a:solidFill>
                  <a:schemeClr val="lt1"/>
                </a:solidFill>
                <a:latin typeface="Montserrat Medium"/>
                <a:ea typeface="Montserrat Medium"/>
                <a:cs typeface="Montserrat Medium"/>
                <a:sym typeface="Montserrat Medium"/>
              </a:rPr>
              <a:t>Una clase abstracta en Java es una clase que no se puede instanciar, es decir, no se puede crear un objeto directamente a partir de ella. Las clases abstractas están diseñadas para ser extendidas por otras clases que implementan los métodos abstractos declarados en la clase abstracta. Una clase abstracta puede contener métodos abstractos (sin implementación) y métodos concretos (con implementación).</a:t>
            </a:r>
          </a:p>
          <a:p>
            <a:pPr marL="0" lvl="0" indent="0" algn="l" rtl="0">
              <a:lnSpc>
                <a:spcPct val="115000"/>
              </a:lnSpc>
              <a:spcBef>
                <a:spcPts val="0"/>
              </a:spcBef>
              <a:spcAft>
                <a:spcPts val="0"/>
              </a:spcAft>
              <a:buClr>
                <a:schemeClr val="dk1"/>
              </a:buClr>
              <a:buSzPts val="1100"/>
              <a:buFont typeface="Arial"/>
              <a:buNone/>
            </a:pPr>
            <a:endParaRPr lang="es-419" sz="18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302221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Características de las Clases Abstractas</a:t>
            </a:r>
          </a:p>
        </p:txBody>
      </p:sp>
      <p:sp>
        <p:nvSpPr>
          <p:cNvPr id="2" name="Google Shape;61;p14">
            <a:extLst>
              <a:ext uri="{FF2B5EF4-FFF2-40B4-BE49-F238E27FC236}">
                <a16:creationId xmlns:a16="http://schemas.microsoft.com/office/drawing/2014/main" id="{438B5FB7-9F99-5FA0-0F60-895A500C837F}"/>
              </a:ext>
            </a:extLst>
          </p:cNvPr>
          <p:cNvSpPr txBox="1"/>
          <p:nvPr/>
        </p:nvSpPr>
        <p:spPr>
          <a:xfrm>
            <a:off x="371475" y="1025719"/>
            <a:ext cx="8456649" cy="3867750"/>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Clr>
                <a:schemeClr val="dk1"/>
              </a:buClr>
              <a:buSzPts val="1100"/>
              <a:buFont typeface="+mj-lt"/>
              <a:buAutoNum type="arabicPeriod"/>
            </a:pPr>
            <a:r>
              <a:rPr lang="en-US" sz="2000" b="1" dirty="0"/>
              <a:t>No se </a:t>
            </a:r>
            <a:r>
              <a:rPr lang="en-US" sz="2000" b="1" dirty="0" err="1"/>
              <a:t>pueden</a:t>
            </a:r>
            <a:r>
              <a:rPr lang="en-US" sz="2000" b="1" dirty="0"/>
              <a:t> </a:t>
            </a:r>
            <a:r>
              <a:rPr lang="en-US" sz="2000" b="1" dirty="0" err="1"/>
              <a:t>instanciar</a:t>
            </a:r>
            <a:r>
              <a:rPr lang="en-US" sz="2000" dirty="0"/>
              <a:t>: No </a:t>
            </a:r>
            <a:r>
              <a:rPr lang="en-US" sz="2000" dirty="0" err="1"/>
              <a:t>puedes</a:t>
            </a:r>
            <a:r>
              <a:rPr lang="en-US" sz="2000" dirty="0"/>
              <a:t> </a:t>
            </a:r>
            <a:r>
              <a:rPr lang="en-US" sz="2000" dirty="0" err="1"/>
              <a:t>crear</a:t>
            </a:r>
            <a:r>
              <a:rPr lang="en-US" sz="2000" dirty="0"/>
              <a:t> </a:t>
            </a:r>
            <a:r>
              <a:rPr lang="en-US" sz="2000" dirty="0" err="1"/>
              <a:t>objetos</a:t>
            </a:r>
            <a:r>
              <a:rPr lang="en-US" sz="2000" dirty="0"/>
              <a:t> de </a:t>
            </a:r>
            <a:r>
              <a:rPr lang="en-US" sz="2000" dirty="0" err="1"/>
              <a:t>una</a:t>
            </a:r>
            <a:r>
              <a:rPr lang="en-US" sz="2000" dirty="0"/>
              <a:t> </a:t>
            </a:r>
            <a:r>
              <a:rPr lang="en-US" sz="2000" dirty="0" err="1"/>
              <a:t>clase</a:t>
            </a:r>
            <a:r>
              <a:rPr lang="en-US" sz="2000" dirty="0"/>
              <a:t> abstracta.</a:t>
            </a:r>
          </a:p>
          <a:p>
            <a:pPr marL="342900" lvl="0" indent="-342900" algn="l" rtl="0">
              <a:lnSpc>
                <a:spcPct val="115000"/>
              </a:lnSpc>
              <a:spcBef>
                <a:spcPts val="0"/>
              </a:spcBef>
              <a:spcAft>
                <a:spcPts val="0"/>
              </a:spcAft>
              <a:buClr>
                <a:schemeClr val="dk1"/>
              </a:buClr>
              <a:buSzPts val="1100"/>
              <a:buFont typeface="+mj-lt"/>
              <a:buAutoNum type="arabicPeriod"/>
            </a:pPr>
            <a:r>
              <a:rPr lang="en-US" sz="2000" b="1" dirty="0" err="1"/>
              <a:t>Métodos</a:t>
            </a:r>
            <a:r>
              <a:rPr lang="en-US" sz="2000" b="1" dirty="0"/>
              <a:t> </a:t>
            </a:r>
            <a:r>
              <a:rPr lang="en-US" sz="2000" b="1" dirty="0" err="1"/>
              <a:t>abstractos</a:t>
            </a:r>
            <a:r>
              <a:rPr lang="en-US" sz="2000" dirty="0"/>
              <a:t>: </a:t>
            </a:r>
            <a:r>
              <a:rPr lang="en-US" sz="2000" dirty="0" err="1"/>
              <a:t>Puede</a:t>
            </a:r>
            <a:r>
              <a:rPr lang="en-US" sz="2000" dirty="0"/>
              <a:t> </a:t>
            </a:r>
            <a:r>
              <a:rPr lang="en-US" sz="2000" dirty="0" err="1"/>
              <a:t>tener</a:t>
            </a:r>
            <a:r>
              <a:rPr lang="en-US" sz="2000" dirty="0"/>
              <a:t> </a:t>
            </a:r>
            <a:r>
              <a:rPr lang="en-US" sz="2000" dirty="0" err="1"/>
              <a:t>métodos</a:t>
            </a:r>
            <a:r>
              <a:rPr lang="en-US" sz="2000" dirty="0"/>
              <a:t> </a:t>
            </a:r>
            <a:r>
              <a:rPr lang="en-US" sz="2000" dirty="0" err="1"/>
              <a:t>abstractos</a:t>
            </a:r>
            <a:r>
              <a:rPr lang="en-US" sz="2000" dirty="0"/>
              <a:t>, que son </a:t>
            </a:r>
            <a:r>
              <a:rPr lang="en-US" sz="2000" dirty="0" err="1"/>
              <a:t>métodos</a:t>
            </a:r>
            <a:r>
              <a:rPr lang="en-US" sz="2000" dirty="0"/>
              <a:t> sin </a:t>
            </a:r>
            <a:r>
              <a:rPr lang="en-US" sz="2000" dirty="0" err="1"/>
              <a:t>cuerpo</a:t>
            </a:r>
            <a:r>
              <a:rPr lang="en-US" sz="2000" dirty="0"/>
              <a:t> que </a:t>
            </a:r>
            <a:r>
              <a:rPr lang="en-US" sz="2000" dirty="0" err="1"/>
              <a:t>deben</a:t>
            </a:r>
            <a:r>
              <a:rPr lang="en-US" sz="2000" dirty="0"/>
              <a:t> ser </a:t>
            </a:r>
            <a:r>
              <a:rPr lang="en-US" sz="2000" dirty="0" err="1"/>
              <a:t>implementados</a:t>
            </a:r>
            <a:r>
              <a:rPr lang="en-US" sz="2000" dirty="0"/>
              <a:t> </a:t>
            </a:r>
            <a:r>
              <a:rPr lang="en-US" sz="2000" dirty="0" err="1"/>
              <a:t>por</a:t>
            </a:r>
            <a:r>
              <a:rPr lang="en-US" sz="2000" dirty="0"/>
              <a:t> las </a:t>
            </a:r>
            <a:r>
              <a:rPr lang="en-US" sz="2000" dirty="0" err="1"/>
              <a:t>clases</a:t>
            </a:r>
            <a:r>
              <a:rPr lang="en-US" sz="2000" dirty="0"/>
              <a:t> </a:t>
            </a:r>
            <a:r>
              <a:rPr lang="en-US" sz="2000" dirty="0" err="1"/>
              <a:t>derivadas</a:t>
            </a:r>
            <a:r>
              <a:rPr lang="en-US" sz="2000" dirty="0"/>
              <a:t>.</a:t>
            </a:r>
          </a:p>
          <a:p>
            <a:pPr marL="342900" lvl="0" indent="-342900" algn="l" rtl="0">
              <a:lnSpc>
                <a:spcPct val="115000"/>
              </a:lnSpc>
              <a:spcBef>
                <a:spcPts val="0"/>
              </a:spcBef>
              <a:spcAft>
                <a:spcPts val="0"/>
              </a:spcAft>
              <a:buClr>
                <a:schemeClr val="dk1"/>
              </a:buClr>
              <a:buSzPts val="1100"/>
              <a:buFont typeface="+mj-lt"/>
              <a:buAutoNum type="arabicPeriod"/>
            </a:pPr>
            <a:r>
              <a:rPr lang="en-US" sz="2000" b="1" dirty="0" err="1"/>
              <a:t>Métodos</a:t>
            </a:r>
            <a:r>
              <a:rPr lang="en-US" sz="2000" b="1" dirty="0"/>
              <a:t> </a:t>
            </a:r>
            <a:r>
              <a:rPr lang="en-US" sz="2000" b="1" dirty="0" err="1"/>
              <a:t>concretos</a:t>
            </a:r>
            <a:r>
              <a:rPr lang="en-US" sz="2000" dirty="0"/>
              <a:t>: </a:t>
            </a:r>
            <a:r>
              <a:rPr lang="en-US" sz="2000" dirty="0" err="1"/>
              <a:t>Puede</a:t>
            </a:r>
            <a:r>
              <a:rPr lang="en-US" sz="2000" dirty="0"/>
              <a:t> </a:t>
            </a:r>
            <a:r>
              <a:rPr lang="en-US" sz="2000" dirty="0" err="1"/>
              <a:t>tener</a:t>
            </a:r>
            <a:r>
              <a:rPr lang="en-US" sz="2000" dirty="0"/>
              <a:t> </a:t>
            </a:r>
            <a:r>
              <a:rPr lang="en-US" sz="2000" dirty="0" err="1"/>
              <a:t>métodos</a:t>
            </a:r>
            <a:r>
              <a:rPr lang="en-US" sz="2000" dirty="0"/>
              <a:t> </a:t>
            </a:r>
            <a:r>
              <a:rPr lang="en-US" sz="2000" dirty="0" err="1"/>
              <a:t>concretos</a:t>
            </a:r>
            <a:r>
              <a:rPr lang="en-US" sz="2000" dirty="0"/>
              <a:t>, que son </a:t>
            </a:r>
            <a:r>
              <a:rPr lang="en-US" sz="2000" dirty="0" err="1"/>
              <a:t>métodos</a:t>
            </a:r>
            <a:r>
              <a:rPr lang="en-US" sz="2000" dirty="0"/>
              <a:t> con </a:t>
            </a:r>
            <a:r>
              <a:rPr lang="en-US" sz="2000" dirty="0" err="1"/>
              <a:t>cuerpo</a:t>
            </a:r>
            <a:r>
              <a:rPr lang="en-US" sz="2000" dirty="0"/>
              <a:t>.</a:t>
            </a:r>
          </a:p>
          <a:p>
            <a:pPr marL="342900" lvl="0" indent="-342900" algn="l" rtl="0">
              <a:lnSpc>
                <a:spcPct val="115000"/>
              </a:lnSpc>
              <a:spcBef>
                <a:spcPts val="0"/>
              </a:spcBef>
              <a:spcAft>
                <a:spcPts val="0"/>
              </a:spcAft>
              <a:buClr>
                <a:schemeClr val="dk1"/>
              </a:buClr>
              <a:buSzPts val="1100"/>
              <a:buFont typeface="+mj-lt"/>
              <a:buAutoNum type="arabicPeriod"/>
            </a:pPr>
            <a:r>
              <a:rPr lang="en-US" sz="2000" b="1" dirty="0" err="1"/>
              <a:t>Constructores</a:t>
            </a:r>
            <a:r>
              <a:rPr lang="en-US" sz="2000" dirty="0"/>
              <a:t>: </a:t>
            </a:r>
            <a:r>
              <a:rPr lang="en-US" sz="2000" dirty="0" err="1"/>
              <a:t>Aunque</a:t>
            </a:r>
            <a:r>
              <a:rPr lang="en-US" sz="2000" dirty="0"/>
              <a:t> no se </a:t>
            </a:r>
            <a:r>
              <a:rPr lang="en-US" sz="2000" dirty="0" err="1"/>
              <a:t>puede</a:t>
            </a:r>
            <a:r>
              <a:rPr lang="en-US" sz="2000" dirty="0"/>
              <a:t> </a:t>
            </a:r>
            <a:r>
              <a:rPr lang="en-US" sz="2000" dirty="0" err="1"/>
              <a:t>instanciar</a:t>
            </a:r>
            <a:r>
              <a:rPr lang="en-US" sz="2000" dirty="0"/>
              <a:t>, </a:t>
            </a:r>
            <a:r>
              <a:rPr lang="en-US" sz="2000" dirty="0" err="1"/>
              <a:t>una</a:t>
            </a:r>
            <a:r>
              <a:rPr lang="en-US" sz="2000" dirty="0"/>
              <a:t> </a:t>
            </a:r>
            <a:r>
              <a:rPr lang="en-US" sz="2000" dirty="0" err="1"/>
              <a:t>clase</a:t>
            </a:r>
            <a:r>
              <a:rPr lang="en-US" sz="2000" dirty="0"/>
              <a:t> abstracta </a:t>
            </a:r>
            <a:r>
              <a:rPr lang="en-US" sz="2000" dirty="0" err="1"/>
              <a:t>puede</a:t>
            </a:r>
            <a:r>
              <a:rPr lang="en-US" sz="2000" dirty="0"/>
              <a:t> </a:t>
            </a:r>
            <a:r>
              <a:rPr lang="en-US" sz="2000" dirty="0" err="1"/>
              <a:t>tener</a:t>
            </a:r>
            <a:r>
              <a:rPr lang="en-US" sz="2000" dirty="0"/>
              <a:t> </a:t>
            </a:r>
            <a:r>
              <a:rPr lang="en-US" sz="2000" dirty="0" err="1"/>
              <a:t>constructores</a:t>
            </a:r>
            <a:r>
              <a:rPr lang="en-US" sz="2000" dirty="0"/>
              <a:t> que </a:t>
            </a:r>
            <a:r>
              <a:rPr lang="en-US" sz="2000" dirty="0" err="1"/>
              <a:t>pueden</a:t>
            </a:r>
            <a:r>
              <a:rPr lang="en-US" sz="2000" dirty="0"/>
              <a:t> ser </a:t>
            </a:r>
            <a:r>
              <a:rPr lang="en-US" sz="2000" dirty="0" err="1"/>
              <a:t>llamados</a:t>
            </a:r>
            <a:r>
              <a:rPr lang="en-US" sz="2000" dirty="0"/>
              <a:t> </a:t>
            </a:r>
            <a:r>
              <a:rPr lang="en-US" sz="2000" dirty="0" err="1"/>
              <a:t>por</a:t>
            </a:r>
            <a:r>
              <a:rPr lang="en-US" sz="2000" dirty="0"/>
              <a:t> sus </a:t>
            </a:r>
            <a:r>
              <a:rPr lang="en-US" sz="2000" dirty="0" err="1"/>
              <a:t>subclases</a:t>
            </a:r>
            <a:r>
              <a:rPr lang="en-US" sz="2000" dirty="0"/>
              <a:t>.</a:t>
            </a:r>
            <a:endParaRPr lang="es-419" sz="2000" dirty="0">
              <a:solidFill>
                <a:schemeClr val="tx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6006912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Clase Abstracta Básica</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BCE86BD4-5640-48E4-C811-1ED99EB22662}"/>
              </a:ext>
            </a:extLst>
          </p:cNvPr>
          <p:cNvPicPr>
            <a:picLocks noChangeAspect="1"/>
          </p:cNvPicPr>
          <p:nvPr/>
        </p:nvPicPr>
        <p:blipFill>
          <a:blip r:embed="rId4"/>
          <a:stretch>
            <a:fillRect/>
          </a:stretch>
        </p:blipFill>
        <p:spPr>
          <a:xfrm>
            <a:off x="590384" y="1339499"/>
            <a:ext cx="5198734" cy="3399478"/>
          </a:xfrm>
          <a:prstGeom prst="rect">
            <a:avLst/>
          </a:prstGeom>
        </p:spPr>
      </p:pic>
    </p:spTree>
    <p:extLst>
      <p:ext uri="{BB962C8B-B14F-4D97-AF65-F5344CB8AC3E}">
        <p14:creationId xmlns:p14="http://schemas.microsoft.com/office/powerpoint/2010/main" val="31474468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Clase Abstracta Básica</a:t>
            </a:r>
            <a:endParaRPr sz="2920" b="1" dirty="0">
              <a:solidFill>
                <a:srgbClr val="E122BB"/>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1F4E5BF5-6760-1A2A-A217-5D5F799B8B67}"/>
              </a:ext>
            </a:extLst>
          </p:cNvPr>
          <p:cNvPicPr>
            <a:picLocks noChangeAspect="1"/>
          </p:cNvPicPr>
          <p:nvPr/>
        </p:nvPicPr>
        <p:blipFill>
          <a:blip r:embed="rId4"/>
          <a:stretch>
            <a:fillRect/>
          </a:stretch>
        </p:blipFill>
        <p:spPr>
          <a:xfrm>
            <a:off x="685800" y="1407381"/>
            <a:ext cx="5969304" cy="3336594"/>
          </a:xfrm>
          <a:prstGeom prst="rect">
            <a:avLst/>
          </a:prstGeom>
        </p:spPr>
      </p:pic>
    </p:spTree>
    <p:extLst>
      <p:ext uri="{BB962C8B-B14F-4D97-AF65-F5344CB8AC3E}">
        <p14:creationId xmlns:p14="http://schemas.microsoft.com/office/powerpoint/2010/main" val="3096827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Clase Abstracta Básica</a:t>
            </a:r>
            <a:endParaRPr sz="2920" b="1" dirty="0">
              <a:solidFill>
                <a:srgbClr val="E122BB"/>
              </a:solidFill>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A21780CD-DB1C-26D6-19CC-2029A3D0C947}"/>
              </a:ext>
            </a:extLst>
          </p:cNvPr>
          <p:cNvPicPr>
            <a:picLocks noChangeAspect="1"/>
          </p:cNvPicPr>
          <p:nvPr/>
        </p:nvPicPr>
        <p:blipFill>
          <a:blip r:embed="rId4"/>
          <a:stretch>
            <a:fillRect/>
          </a:stretch>
        </p:blipFill>
        <p:spPr>
          <a:xfrm>
            <a:off x="685800" y="1431235"/>
            <a:ext cx="5926628" cy="3312740"/>
          </a:xfrm>
          <a:prstGeom prst="rect">
            <a:avLst/>
          </a:prstGeom>
        </p:spPr>
      </p:pic>
    </p:spTree>
    <p:extLst>
      <p:ext uri="{BB962C8B-B14F-4D97-AF65-F5344CB8AC3E}">
        <p14:creationId xmlns:p14="http://schemas.microsoft.com/office/powerpoint/2010/main" val="1928762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Clase Abstracta Básica</a:t>
            </a:r>
            <a:endParaRPr sz="2920" b="1" dirty="0">
              <a:solidFill>
                <a:srgbClr val="E122BB"/>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753E194C-BAFF-027C-52CB-9627AAB19289}"/>
              </a:ext>
            </a:extLst>
          </p:cNvPr>
          <p:cNvPicPr>
            <a:picLocks noChangeAspect="1"/>
          </p:cNvPicPr>
          <p:nvPr/>
        </p:nvPicPr>
        <p:blipFill>
          <a:blip r:embed="rId4"/>
          <a:stretch>
            <a:fillRect/>
          </a:stretch>
        </p:blipFill>
        <p:spPr>
          <a:xfrm>
            <a:off x="644576" y="1417747"/>
            <a:ext cx="6462078" cy="2275894"/>
          </a:xfrm>
          <a:prstGeom prst="rect">
            <a:avLst/>
          </a:prstGeom>
        </p:spPr>
      </p:pic>
    </p:spTree>
    <p:extLst>
      <p:ext uri="{BB962C8B-B14F-4D97-AF65-F5344CB8AC3E}">
        <p14:creationId xmlns:p14="http://schemas.microsoft.com/office/powerpoint/2010/main" val="63291683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1095</Words>
  <Application>Microsoft Macintosh PowerPoint</Application>
  <PresentationFormat>On-screen Show (16:9)</PresentationFormat>
  <Paragraphs>113</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Montserrat Medium</vt:lpstr>
      <vt:lpstr>Montserrat ExtraBold</vt:lpstr>
      <vt:lpstr>Montserrat</vt:lpstr>
      <vt:lpstr>Arial</vt:lpstr>
      <vt:lpstr>Simple Light</vt:lpstr>
      <vt:lpstr>Programación Orientada a Objetos (POO)</vt:lpstr>
      <vt:lpstr>POO</vt:lpstr>
      <vt:lpstr>Programación Estructurada VS POO</vt:lpstr>
      <vt:lpstr>Beneficios de la Aplicación de la POO</vt:lpstr>
      <vt:lpstr>Principios de la Programación Orientada a Objetos</vt:lpstr>
      <vt:lpstr>Abstracción</vt:lpstr>
      <vt:lpstr>Encapsulamiento</vt:lpstr>
      <vt:lpstr>Encapsulamiento</vt:lpstr>
      <vt:lpstr>Herencia</vt:lpstr>
      <vt:lpstr>Herencia</vt:lpstr>
      <vt:lpstr>Herencia</vt:lpstr>
      <vt:lpstr>Herencia</vt:lpstr>
      <vt:lpstr>Herencia</vt:lpstr>
      <vt:lpstr>Polimorfismo</vt:lpstr>
      <vt:lpstr>Polimorfismo</vt:lpstr>
      <vt:lpstr>Clases</vt:lpstr>
      <vt:lpstr>Clases</vt:lpstr>
      <vt:lpstr>Objeto</vt:lpstr>
      <vt:lpstr>Objeto</vt:lpstr>
      <vt:lpstr>Diferencias entre Clases y Objetos</vt:lpstr>
      <vt:lpstr>Diferencias entre Clases y Objetos</vt:lpstr>
      <vt:lpstr>Diferencias entre Clases y Objetos</vt:lpstr>
      <vt:lpstr>Diferencias entre Clases y Objetos</vt:lpstr>
      <vt:lpstr>Diferencias entre Clases y Objetos</vt:lpstr>
      <vt:lpstr>this</vt:lpstr>
      <vt:lpstr>Referencia al objeto actual</vt:lpstr>
      <vt:lpstr>Llamada al constructor de la misma clase</vt:lpstr>
      <vt:lpstr>Llamada al constructor de la misma clase</vt:lpstr>
      <vt:lpstr>Sobrecarga de métodos</vt:lpstr>
      <vt:lpstr>Sobrecarga de métodos</vt:lpstr>
      <vt:lpstr>Métodos Estáticos</vt:lpstr>
      <vt:lpstr>Métodos Estáticos</vt:lpstr>
      <vt:lpstr>Sobrescritura</vt:lpstr>
      <vt:lpstr>Sobrescritura</vt:lpstr>
      <vt:lpstr>Recursividad de Métodos</vt:lpstr>
      <vt:lpstr>Recursividad de Métodos</vt:lpstr>
      <vt:lpstr>Clases Abstractas</vt:lpstr>
      <vt:lpstr>Características de las Clases Abstractas</vt:lpstr>
      <vt:lpstr>Clase Abstracta Básica</vt:lpstr>
      <vt:lpstr>Clase Abstracta Básica</vt:lpstr>
      <vt:lpstr>Clase Abstracta Básica</vt:lpstr>
      <vt:lpstr>Clase Abstracta Básica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control de Flujo: Iteradores</dc:title>
  <cp:lastModifiedBy>Facundo Uferer</cp:lastModifiedBy>
  <cp:revision>17</cp:revision>
  <dcterms:modified xsi:type="dcterms:W3CDTF">2024-06-13T18:32:37Z</dcterms:modified>
</cp:coreProperties>
</file>