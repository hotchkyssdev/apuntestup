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5143500" cx="9144000"/>
  <p:notesSz cx="6858000" cy="9144000"/>
  <p:embeddedFontLst>
    <p:embeddedFont>
      <p:font typeface="Montserrat"/>
      <p:regular r:id="rId15"/>
      <p:bold r:id="rId16"/>
      <p:italic r:id="rId17"/>
      <p:boldItalic r:id="rId18"/>
    </p:embeddedFont>
    <p:embeddedFont>
      <p:font typeface="Montserrat Medium"/>
      <p:regular r:id="rId19"/>
      <p:bold r:id="rId20"/>
      <p:italic r:id="rId21"/>
      <p:boldItalic r:id="rId22"/>
    </p:embeddedFont>
    <p:embeddedFont>
      <p:font typeface="Montserrat ExtraBold"/>
      <p:bold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Medium-bold.fntdata"/><Relationship Id="rId11" Type="http://schemas.openxmlformats.org/officeDocument/2006/relationships/slide" Target="slides/slide6.xml"/><Relationship Id="rId22" Type="http://schemas.openxmlformats.org/officeDocument/2006/relationships/font" Target="fonts/MontserratMedium-boldItalic.fntdata"/><Relationship Id="rId10" Type="http://schemas.openxmlformats.org/officeDocument/2006/relationships/slide" Target="slides/slide5.xml"/><Relationship Id="rId21" Type="http://schemas.openxmlformats.org/officeDocument/2006/relationships/font" Target="fonts/MontserratMedium-italic.fntdata"/><Relationship Id="rId13" Type="http://schemas.openxmlformats.org/officeDocument/2006/relationships/slide" Target="slides/slide8.xml"/><Relationship Id="rId24" Type="http://schemas.openxmlformats.org/officeDocument/2006/relationships/font" Target="fonts/MontserratExtraBold-boldItalic.fntdata"/><Relationship Id="rId12" Type="http://schemas.openxmlformats.org/officeDocument/2006/relationships/slide" Target="slides/slide7.xml"/><Relationship Id="rId23" Type="http://schemas.openxmlformats.org/officeDocument/2006/relationships/font" Target="fonts/MontserratExtra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17" Type="http://schemas.openxmlformats.org/officeDocument/2006/relationships/font" Target="fonts/Montserrat-italic.fntdata"/><Relationship Id="rId16" Type="http://schemas.openxmlformats.org/officeDocument/2006/relationships/font" Target="fonts/Montserrat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Medium-regular.fntdata"/><Relationship Id="rId6" Type="http://schemas.openxmlformats.org/officeDocument/2006/relationships/slide" Target="slides/slide1.xml"/><Relationship Id="rId18" Type="http://schemas.openxmlformats.org/officeDocument/2006/relationships/font" Target="fonts/Montserrat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/>
              <a:t>Los nombres descriptivos hacen que el código sea más legible, comprensible y mantenible para ti y otros desarrolladores que trabajen en el proyecto.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/>
              <a:t>Los comentarios bien escritos ayudan a los desarrolladores a comprender rápidamente el código y facilitan el mantenimiento y la depuración en el futuro. 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/>
              <a:t>Consiste en dividir un problema grande en problemas más pequeños y manejables, resolver cada uno de manera independiente y luego combinar las soluciones para obtener el resultado final. Esto hace que el proceso de resolución de problemas sea más manejable y facilita la comprensión y el mantenimiento del código. 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2" name="Google Shape;10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-419"/>
              <a:t>Evitar la duplicación de código es una buena práctica de programación que implica escribir código de manera que evite la repetición innecesaria de fragmentos de código idénticos o similares. Esto no solo hace que el código sea más claro y fácil de mantener, sino que también reduce la posibilidad de errores y facilita las futuras modificaciones.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13.png"/><Relationship Id="rId6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419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Buenas prácticas de programación</a:t>
            </a:r>
            <a:endParaRPr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419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Introducción al Lenguaje Java</a:t>
            </a: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311700" y="332650"/>
            <a:ext cx="8520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418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Nombres descriptivos</a:t>
            </a:r>
            <a:endParaRPr sz="418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1458850" y="1925250"/>
            <a:ext cx="6543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Los nombres descriptivos hacen que el código sea más legible, comprensible y mantenible para ti y otros desarrolladores que trabajen en el proyecto.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s-419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Nombres descriptivos</a:t>
            </a:r>
            <a:endParaRPr b="1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t/>
            </a:r>
            <a:endParaRPr b="1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7" name="Google Shape;6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9400" y="1331100"/>
            <a:ext cx="5705475" cy="25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ctrTitle"/>
          </p:nvPr>
        </p:nvSpPr>
        <p:spPr>
          <a:xfrm>
            <a:off x="311700" y="332650"/>
            <a:ext cx="8520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s-419" sz="418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Comentarios claros y concisos</a:t>
            </a:r>
            <a:endParaRPr sz="418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73" name="Google Shape;73;p16"/>
          <p:cNvSpPr txBox="1"/>
          <p:nvPr/>
        </p:nvSpPr>
        <p:spPr>
          <a:xfrm>
            <a:off x="1458850" y="1925250"/>
            <a:ext cx="6543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Los comentarios bien escritos ayudan a los desarrolladores a comprender rápidamente el código y facilitan el mantenimiento y la depuración en el futuro.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233425" y="144925"/>
            <a:ext cx="859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s-419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Comentarios claros y concisos</a:t>
            </a:r>
            <a:endParaRPr b="1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79" name="Google Shape;7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425" y="1339050"/>
            <a:ext cx="4610100" cy="990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425" y="2405850"/>
            <a:ext cx="4610100" cy="1895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425" y="4391475"/>
            <a:ext cx="62103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ctrTitle"/>
          </p:nvPr>
        </p:nvSpPr>
        <p:spPr>
          <a:xfrm>
            <a:off x="311700" y="332650"/>
            <a:ext cx="8520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-419" sz="418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Divide y vencerás</a:t>
            </a:r>
            <a:endParaRPr sz="418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87" name="Google Shape;87;p18"/>
          <p:cNvSpPr txBox="1"/>
          <p:nvPr/>
        </p:nvSpPr>
        <p:spPr>
          <a:xfrm>
            <a:off x="1458850" y="1925250"/>
            <a:ext cx="6543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Consiste en dividir un problema grande en problemas más pequeños y manejables, resolver cada uno de manera independiente y luego combinar las soluciones para obtener el resultado final. Esto hace que el proceso de resolución de problemas sea más manejable y facilita la comprensión y el mantenimiento del código. 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title"/>
          </p:nvPr>
        </p:nvSpPr>
        <p:spPr>
          <a:xfrm>
            <a:off x="233425" y="68725"/>
            <a:ext cx="859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s-419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Divide y vencerás</a:t>
            </a:r>
            <a:endParaRPr b="1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93" name="Google Shape;9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5775" y="1072075"/>
            <a:ext cx="5936526" cy="362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0"/>
          <p:cNvSpPr txBox="1"/>
          <p:nvPr>
            <p:ph type="ctrTitle"/>
          </p:nvPr>
        </p:nvSpPr>
        <p:spPr>
          <a:xfrm>
            <a:off x="311700" y="332650"/>
            <a:ext cx="8520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s-419" sz="4180">
                <a:solidFill>
                  <a:srgbClr val="E122BB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Evita la duplicación de código</a:t>
            </a:r>
            <a:endParaRPr sz="4180">
              <a:solidFill>
                <a:srgbClr val="E122BB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99" name="Google Shape;99;p20"/>
          <p:cNvSpPr txBox="1"/>
          <p:nvPr/>
        </p:nvSpPr>
        <p:spPr>
          <a:xfrm>
            <a:off x="1458850" y="1925250"/>
            <a:ext cx="6543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Evitar la duplicación de código es una buena práctica de programación que implica escribir código de manera que evite la repetición innecesaria de fragmentos de código idénticos o similares. Esto no solo hace que el código sea más claro y fácil de mantener, sino que también reduce la posibilidad de errores y facilita las futuras modificaciones.</a:t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233425" y="68725"/>
            <a:ext cx="8594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s-419">
                <a:solidFill>
                  <a:srgbClr val="E122BB"/>
                </a:solidFill>
                <a:latin typeface="Montserrat"/>
                <a:ea typeface="Montserrat"/>
                <a:cs typeface="Montserrat"/>
                <a:sym typeface="Montserrat"/>
              </a:rPr>
              <a:t>Evita la duplicación de código</a:t>
            </a:r>
            <a:endParaRPr b="1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 b="1">
              <a:solidFill>
                <a:srgbClr val="E122B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5" name="Google Shape;10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175" y="1278775"/>
            <a:ext cx="2924175" cy="752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175" y="2318775"/>
            <a:ext cx="4886325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